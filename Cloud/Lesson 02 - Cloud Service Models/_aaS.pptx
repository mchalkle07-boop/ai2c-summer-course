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1" r:id="rId4"/>
  </p:sldMasterIdLst>
  <p:notesMasterIdLst>
    <p:notesMasterId r:id="rId25"/>
  </p:notesMasterIdLst>
  <p:sldIdLst>
    <p:sldId id="312" r:id="rId5"/>
    <p:sldId id="274" r:id="rId6"/>
    <p:sldId id="301" r:id="rId7"/>
    <p:sldId id="285" r:id="rId8"/>
    <p:sldId id="288" r:id="rId9"/>
    <p:sldId id="282" r:id="rId10"/>
    <p:sldId id="300" r:id="rId11"/>
    <p:sldId id="302" r:id="rId12"/>
    <p:sldId id="303" r:id="rId13"/>
    <p:sldId id="304" r:id="rId14"/>
    <p:sldId id="290" r:id="rId15"/>
    <p:sldId id="305" r:id="rId16"/>
    <p:sldId id="292" r:id="rId17"/>
    <p:sldId id="310" r:id="rId18"/>
    <p:sldId id="306" r:id="rId19"/>
    <p:sldId id="307" r:id="rId20"/>
    <p:sldId id="309" r:id="rId21"/>
    <p:sldId id="294" r:id="rId22"/>
    <p:sldId id="308" r:id="rId23"/>
    <p:sldId id="272"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132C2EF-3F2B-4FE0-ACF7-66F0280BA3F5}">
          <p14:sldIdLst>
            <p14:sldId id="312"/>
            <p14:sldId id="274"/>
          </p14:sldIdLst>
        </p14:section>
        <p14:section name="IaaS" id="{37A5A72B-5945-41B1-BE69-2FC3089FF3FC}">
          <p14:sldIdLst>
            <p14:sldId id="301"/>
            <p14:sldId id="285"/>
            <p14:sldId id="288"/>
            <p14:sldId id="282"/>
            <p14:sldId id="300"/>
          </p14:sldIdLst>
        </p14:section>
        <p14:section name="PaaS" id="{04AF8491-CC97-4E8A-A202-E68D5D231554}">
          <p14:sldIdLst>
            <p14:sldId id="302"/>
            <p14:sldId id="303"/>
            <p14:sldId id="304"/>
            <p14:sldId id="290"/>
            <p14:sldId id="305"/>
            <p14:sldId id="292"/>
          </p14:sldIdLst>
        </p14:section>
        <p14:section name="SaaS" id="{3F5FA582-4AD5-4F7D-8A06-A96BA76CF8FD}">
          <p14:sldIdLst>
            <p14:sldId id="310"/>
            <p14:sldId id="306"/>
            <p14:sldId id="307"/>
            <p14:sldId id="309"/>
            <p14:sldId id="294"/>
            <p14:sldId id="308"/>
            <p14:sldId id="27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668"/>
    <p:restoredTop sz="78352" autoAdjust="0"/>
  </p:normalViewPr>
  <p:slideViewPr>
    <p:cSldViewPr snapToGrid="0">
      <p:cViewPr varScale="1">
        <p:scale>
          <a:sx n="64" d="100"/>
          <a:sy n="64" d="100"/>
        </p:scale>
        <p:origin x="1483" y="67"/>
      </p:cViewPr>
      <p:guideLst/>
    </p:cSldViewPr>
  </p:slideViewPr>
  <p:notesTextViewPr>
    <p:cViewPr>
      <p:scale>
        <a:sx n="1" d="1"/>
        <a:sy n="1" d="1"/>
      </p:scale>
      <p:origin x="0" y="0"/>
    </p:cViewPr>
  </p:notesTextViewPr>
  <p:notesViewPr>
    <p:cSldViewPr snapToGrid="0">
      <p:cViewPr varScale="1">
        <p:scale>
          <a:sx n="96" d="100"/>
          <a:sy n="96" d="100"/>
        </p:scale>
        <p:origin x="4328" y="17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fer, Ethan H CPT" userId="505e747c-87be-44c0-94c2-fc4c31a873c1" providerId="ADAL" clId="{4C704DB0-A89F-4D12-8507-BB0C509374D8}"/>
    <pc:docChg chg="undo custSel addSld delSld modSld sldOrd addSection delSection modSection">
      <pc:chgData name="Shafer, Ethan H CPT" userId="505e747c-87be-44c0-94c2-fc4c31a873c1" providerId="ADAL" clId="{4C704DB0-A89F-4D12-8507-BB0C509374D8}" dt="2024-01-07T19:05:56.487" v="1507" actId="20577"/>
      <pc:docMkLst>
        <pc:docMk/>
      </pc:docMkLst>
      <pc:sldChg chg="modSp">
        <pc:chgData name="Shafer, Ethan H CPT" userId="505e747c-87be-44c0-94c2-fc4c31a873c1" providerId="ADAL" clId="{4C704DB0-A89F-4D12-8507-BB0C509374D8}" dt="2024-01-07T16:44:07.497" v="15" actId="20577"/>
        <pc:sldMkLst>
          <pc:docMk/>
          <pc:sldMk cId="1252466205" sldId="256"/>
        </pc:sldMkLst>
      </pc:sldChg>
      <pc:sldChg chg="del">
        <pc:chgData name="Shafer, Ethan H CPT" userId="505e747c-87be-44c0-94c2-fc4c31a873c1" providerId="ADAL" clId="{4C704DB0-A89F-4D12-8507-BB0C509374D8}" dt="2024-01-07T16:44:13.081" v="16" actId="47"/>
        <pc:sldMkLst>
          <pc:docMk/>
          <pc:sldMk cId="1861566228" sldId="257"/>
        </pc:sldMkLst>
      </pc:sldChg>
      <pc:sldChg chg="del">
        <pc:chgData name="Shafer, Ethan H CPT" userId="505e747c-87be-44c0-94c2-fc4c31a873c1" providerId="ADAL" clId="{4C704DB0-A89F-4D12-8507-BB0C509374D8}" dt="2024-01-07T16:44:13.081" v="16" actId="47"/>
        <pc:sldMkLst>
          <pc:docMk/>
          <pc:sldMk cId="1166394099" sldId="258"/>
        </pc:sldMkLst>
      </pc:sldChg>
      <pc:sldChg chg="del">
        <pc:chgData name="Shafer, Ethan H CPT" userId="505e747c-87be-44c0-94c2-fc4c31a873c1" providerId="ADAL" clId="{4C704DB0-A89F-4D12-8507-BB0C509374D8}" dt="2024-01-07T16:44:13.081" v="16" actId="47"/>
        <pc:sldMkLst>
          <pc:docMk/>
          <pc:sldMk cId="2952231859" sldId="259"/>
        </pc:sldMkLst>
      </pc:sldChg>
      <pc:sldChg chg="del">
        <pc:chgData name="Shafer, Ethan H CPT" userId="505e747c-87be-44c0-94c2-fc4c31a873c1" providerId="ADAL" clId="{4C704DB0-A89F-4D12-8507-BB0C509374D8}" dt="2024-01-07T16:44:13.081" v="16" actId="47"/>
        <pc:sldMkLst>
          <pc:docMk/>
          <pc:sldMk cId="3574414367" sldId="260"/>
        </pc:sldMkLst>
      </pc:sldChg>
      <pc:sldChg chg="del">
        <pc:chgData name="Shafer, Ethan H CPT" userId="505e747c-87be-44c0-94c2-fc4c31a873c1" providerId="ADAL" clId="{4C704DB0-A89F-4D12-8507-BB0C509374D8}" dt="2024-01-07T16:44:13.081" v="16" actId="47"/>
        <pc:sldMkLst>
          <pc:docMk/>
          <pc:sldMk cId="571101686" sldId="261"/>
        </pc:sldMkLst>
      </pc:sldChg>
      <pc:sldChg chg="del">
        <pc:chgData name="Shafer, Ethan H CPT" userId="505e747c-87be-44c0-94c2-fc4c31a873c1" providerId="ADAL" clId="{4C704DB0-A89F-4D12-8507-BB0C509374D8}" dt="2024-01-07T16:44:13.081" v="16" actId="47"/>
        <pc:sldMkLst>
          <pc:docMk/>
          <pc:sldMk cId="1846344638" sldId="262"/>
        </pc:sldMkLst>
      </pc:sldChg>
      <pc:sldChg chg="del">
        <pc:chgData name="Shafer, Ethan H CPT" userId="505e747c-87be-44c0-94c2-fc4c31a873c1" providerId="ADAL" clId="{4C704DB0-A89F-4D12-8507-BB0C509374D8}" dt="2024-01-07T16:44:13.081" v="16" actId="47"/>
        <pc:sldMkLst>
          <pc:docMk/>
          <pc:sldMk cId="2379544849" sldId="263"/>
        </pc:sldMkLst>
      </pc:sldChg>
      <pc:sldChg chg="add del">
        <pc:chgData name="Shafer, Ethan H CPT" userId="505e747c-87be-44c0-94c2-fc4c31a873c1" providerId="ADAL" clId="{4C704DB0-A89F-4D12-8507-BB0C509374D8}" dt="2024-01-07T16:51:29.171" v="68" actId="47"/>
        <pc:sldMkLst>
          <pc:docMk/>
          <pc:sldMk cId="519020164" sldId="264"/>
        </pc:sldMkLst>
      </pc:sldChg>
      <pc:sldChg chg="modSp add del mod">
        <pc:chgData name="Shafer, Ethan H CPT" userId="505e747c-87be-44c0-94c2-fc4c31a873c1" providerId="ADAL" clId="{4C704DB0-A89F-4D12-8507-BB0C509374D8}" dt="2024-01-07T16:51:29.171" v="68" actId="47"/>
        <pc:sldMkLst>
          <pc:docMk/>
          <pc:sldMk cId="3211415303" sldId="265"/>
        </pc:sldMkLst>
      </pc:sldChg>
      <pc:sldChg chg="add del">
        <pc:chgData name="Shafer, Ethan H CPT" userId="505e747c-87be-44c0-94c2-fc4c31a873c1" providerId="ADAL" clId="{4C704DB0-A89F-4D12-8507-BB0C509374D8}" dt="2024-01-07T16:51:29.171" v="68" actId="47"/>
        <pc:sldMkLst>
          <pc:docMk/>
          <pc:sldMk cId="1613365153" sldId="266"/>
        </pc:sldMkLst>
      </pc:sldChg>
      <pc:sldChg chg="del">
        <pc:chgData name="Shafer, Ethan H CPT" userId="505e747c-87be-44c0-94c2-fc4c31a873c1" providerId="ADAL" clId="{4C704DB0-A89F-4D12-8507-BB0C509374D8}" dt="2024-01-07T16:44:34.368" v="23" actId="47"/>
        <pc:sldMkLst>
          <pc:docMk/>
          <pc:sldMk cId="3373289461" sldId="267"/>
        </pc:sldMkLst>
      </pc:sldChg>
      <pc:sldChg chg="add del">
        <pc:chgData name="Shafer, Ethan H CPT" userId="505e747c-87be-44c0-94c2-fc4c31a873c1" providerId="ADAL" clId="{4C704DB0-A89F-4D12-8507-BB0C509374D8}" dt="2024-01-07T16:51:29.171" v="68" actId="47"/>
        <pc:sldMkLst>
          <pc:docMk/>
          <pc:sldMk cId="3823963920" sldId="268"/>
        </pc:sldMkLst>
      </pc:sldChg>
      <pc:sldChg chg="add del">
        <pc:chgData name="Shafer, Ethan H CPT" userId="505e747c-87be-44c0-94c2-fc4c31a873c1" providerId="ADAL" clId="{4C704DB0-A89F-4D12-8507-BB0C509374D8}" dt="2024-01-07T16:51:29.171" v="68" actId="47"/>
        <pc:sldMkLst>
          <pc:docMk/>
          <pc:sldMk cId="2163444791" sldId="269"/>
        </pc:sldMkLst>
      </pc:sldChg>
      <pc:sldChg chg="add del">
        <pc:chgData name="Shafer, Ethan H CPT" userId="505e747c-87be-44c0-94c2-fc4c31a873c1" providerId="ADAL" clId="{4C704DB0-A89F-4D12-8507-BB0C509374D8}" dt="2024-01-07T16:51:29.171" v="68" actId="47"/>
        <pc:sldMkLst>
          <pc:docMk/>
          <pc:sldMk cId="2358855643" sldId="270"/>
        </pc:sldMkLst>
      </pc:sldChg>
      <pc:sldChg chg="addSp delSp modSp add del mod ord modAnim modNotesTx">
        <pc:chgData name="Shafer, Ethan H CPT" userId="505e747c-87be-44c0-94c2-fc4c31a873c1" providerId="ADAL" clId="{4C704DB0-A89F-4D12-8507-BB0C509374D8}" dt="2024-01-07T17:15:54.908" v="1097" actId="14100"/>
        <pc:sldMkLst>
          <pc:docMk/>
          <pc:sldMk cId="3223044430" sldId="271"/>
        </pc:sldMkLst>
      </pc:sldChg>
      <pc:sldChg chg="modSp mod">
        <pc:chgData name="Shafer, Ethan H CPT" userId="505e747c-87be-44c0-94c2-fc4c31a873c1" providerId="ADAL" clId="{4C704DB0-A89F-4D12-8507-BB0C509374D8}" dt="2024-01-07T19:05:56.487" v="1507" actId="20577"/>
        <pc:sldMkLst>
          <pc:docMk/>
          <pc:sldMk cId="2695136482" sldId="272"/>
        </pc:sldMkLst>
      </pc:sldChg>
      <pc:sldChg chg="modSp new mod">
        <pc:chgData name="Shafer, Ethan H CPT" userId="505e747c-87be-44c0-94c2-fc4c31a873c1" providerId="ADAL" clId="{4C704DB0-A89F-4D12-8507-BB0C509374D8}" dt="2024-01-07T16:44:21.083" v="22" actId="20577"/>
        <pc:sldMkLst>
          <pc:docMk/>
          <pc:sldMk cId="40363239" sldId="273"/>
        </pc:sldMkLst>
      </pc:sldChg>
      <pc:sldChg chg="addSp delSp modSp new mod ord modClrScheme chgLayout">
        <pc:chgData name="Shafer, Ethan H CPT" userId="505e747c-87be-44c0-94c2-fc4c31a873c1" providerId="ADAL" clId="{4C704DB0-A89F-4D12-8507-BB0C509374D8}" dt="2024-01-07T18:35:35.056" v="1135" actId="113"/>
        <pc:sldMkLst>
          <pc:docMk/>
          <pc:sldMk cId="1295571544" sldId="274"/>
        </pc:sldMkLst>
      </pc:sldChg>
      <pc:sldChg chg="addSp delSp modSp new del mod ord">
        <pc:chgData name="Shafer, Ethan H CPT" userId="505e747c-87be-44c0-94c2-fc4c31a873c1" providerId="ADAL" clId="{4C704DB0-A89F-4D12-8507-BB0C509374D8}" dt="2024-01-07T17:04:54.696" v="107" actId="47"/>
        <pc:sldMkLst>
          <pc:docMk/>
          <pc:sldMk cId="3873193897" sldId="275"/>
        </pc:sldMkLst>
      </pc:sldChg>
      <pc:sldChg chg="delSp modSp add mod delAnim modAnim modNotesTx">
        <pc:chgData name="Shafer, Ethan H CPT" userId="505e747c-87be-44c0-94c2-fc4c31a873c1" providerId="ADAL" clId="{4C704DB0-A89F-4D12-8507-BB0C509374D8}" dt="2024-01-07T17:06:41.422" v="201" actId="20577"/>
        <pc:sldMkLst>
          <pc:docMk/>
          <pc:sldMk cId="2001281876" sldId="276"/>
        </pc:sldMkLst>
      </pc:sldChg>
      <pc:sldChg chg="new del">
        <pc:chgData name="Shafer, Ethan H CPT" userId="505e747c-87be-44c0-94c2-fc4c31a873c1" providerId="ADAL" clId="{4C704DB0-A89F-4D12-8507-BB0C509374D8}" dt="2024-01-07T17:03:20.463" v="74" actId="47"/>
        <pc:sldMkLst>
          <pc:docMk/>
          <pc:sldMk cId="2537701428" sldId="276"/>
        </pc:sldMkLst>
      </pc:sldChg>
      <pc:sldChg chg="addSp delSp modSp new mod modNotesTx">
        <pc:chgData name="Shafer, Ethan H CPT" userId="505e747c-87be-44c0-94c2-fc4c31a873c1" providerId="ADAL" clId="{4C704DB0-A89F-4D12-8507-BB0C509374D8}" dt="2024-01-07T18:37:32.987" v="1151"/>
        <pc:sldMkLst>
          <pc:docMk/>
          <pc:sldMk cId="503781068" sldId="277"/>
        </pc:sldMkLst>
      </pc:sldChg>
      <pc:sldChg chg="addSp delSp modSp new mod modNotesTx">
        <pc:chgData name="Shafer, Ethan H CPT" userId="505e747c-87be-44c0-94c2-fc4c31a873c1" providerId="ADAL" clId="{4C704DB0-A89F-4D12-8507-BB0C509374D8}" dt="2024-01-07T18:38:35.200" v="1158"/>
        <pc:sldMkLst>
          <pc:docMk/>
          <pc:sldMk cId="3162860553" sldId="278"/>
        </pc:sldMkLst>
      </pc:sldChg>
      <pc:sldChg chg="addSp modSp new mod">
        <pc:chgData name="Shafer, Ethan H CPT" userId="505e747c-87be-44c0-94c2-fc4c31a873c1" providerId="ADAL" clId="{4C704DB0-A89F-4D12-8507-BB0C509374D8}" dt="2024-01-07T18:39:14.016" v="1160" actId="1076"/>
        <pc:sldMkLst>
          <pc:docMk/>
          <pc:sldMk cId="1402812816" sldId="279"/>
        </pc:sldMkLst>
      </pc:sldChg>
      <pc:sldChg chg="new del">
        <pc:chgData name="Shafer, Ethan H CPT" userId="505e747c-87be-44c0-94c2-fc4c31a873c1" providerId="ADAL" clId="{4C704DB0-A89F-4D12-8507-BB0C509374D8}" dt="2024-01-07T17:05:52.336" v="191" actId="47"/>
        <pc:sldMkLst>
          <pc:docMk/>
          <pc:sldMk cId="2147865685" sldId="280"/>
        </pc:sldMkLst>
      </pc:sldChg>
      <pc:sldChg chg="modSp add mod">
        <pc:chgData name="Shafer, Ethan H CPT" userId="505e747c-87be-44c0-94c2-fc4c31a873c1" providerId="ADAL" clId="{4C704DB0-A89F-4D12-8507-BB0C509374D8}" dt="2024-01-07T17:06:15.945" v="200" actId="1076"/>
        <pc:sldMkLst>
          <pc:docMk/>
          <pc:sldMk cId="4099737139" sldId="280"/>
        </pc:sldMkLst>
      </pc:sldChg>
      <pc:sldChg chg="addSp delSp modSp new mod ord modClrScheme chgLayout">
        <pc:chgData name="Shafer, Ethan H CPT" userId="505e747c-87be-44c0-94c2-fc4c31a873c1" providerId="ADAL" clId="{4C704DB0-A89F-4D12-8507-BB0C509374D8}" dt="2024-01-07T18:43:11.130" v="1489" actId="20577"/>
        <pc:sldMkLst>
          <pc:docMk/>
          <pc:sldMk cId="928414628" sldId="281"/>
        </pc:sldMkLst>
      </pc:sldChg>
      <pc:sldChg chg="modSp new del mod">
        <pc:chgData name="Shafer, Ethan H CPT" userId="505e747c-87be-44c0-94c2-fc4c31a873c1" providerId="ADAL" clId="{4C704DB0-A89F-4D12-8507-BB0C509374D8}" dt="2024-01-07T17:08:25.705" v="460" actId="47"/>
        <pc:sldMkLst>
          <pc:docMk/>
          <pc:sldMk cId="2221059957" sldId="282"/>
        </pc:sldMkLst>
      </pc:sldChg>
      <pc:sldChg chg="modSp new mod modNotesTx">
        <pc:chgData name="Shafer, Ethan H CPT" userId="505e747c-87be-44c0-94c2-fc4c31a873c1" providerId="ADAL" clId="{4C704DB0-A89F-4D12-8507-BB0C509374D8}" dt="2024-01-07T17:12:15.998" v="983" actId="20577"/>
        <pc:sldMkLst>
          <pc:docMk/>
          <pc:sldMk cId="3685489447" sldId="283"/>
        </pc:sldMkLst>
      </pc:sldChg>
      <pc:sldChg chg="new del">
        <pc:chgData name="Shafer, Ethan H CPT" userId="505e747c-87be-44c0-94c2-fc4c31a873c1" providerId="ADAL" clId="{4C704DB0-A89F-4D12-8507-BB0C509374D8}" dt="2024-01-07T17:10:11.202" v="800" actId="680"/>
        <pc:sldMkLst>
          <pc:docMk/>
          <pc:sldMk cId="2390118207" sldId="284"/>
        </pc:sldMkLst>
      </pc:sldChg>
      <pc:sldChg chg="modSp add mod">
        <pc:chgData name="Shafer, Ethan H CPT" userId="505e747c-87be-44c0-94c2-fc4c31a873c1" providerId="ADAL" clId="{4C704DB0-A89F-4D12-8507-BB0C509374D8}" dt="2024-01-07T17:15:46.842" v="1096" actId="14100"/>
        <pc:sldMkLst>
          <pc:docMk/>
          <pc:sldMk cId="3638633020" sldId="284"/>
        </pc:sldMkLst>
      </pc:sldChg>
      <pc:sldChg chg="modSp new mod modNotesTx">
        <pc:chgData name="Shafer, Ethan H CPT" userId="505e747c-87be-44c0-94c2-fc4c31a873c1" providerId="ADAL" clId="{4C704DB0-A89F-4D12-8507-BB0C509374D8}" dt="2024-01-07T18:42:28.659" v="1424" actId="20577"/>
        <pc:sldMkLst>
          <pc:docMk/>
          <pc:sldMk cId="3440080366" sldId="285"/>
        </pc:sldMkLst>
      </pc:sldChg>
      <pc:sldChg chg="modSp new mod">
        <pc:chgData name="Shafer, Ethan H CPT" userId="505e747c-87be-44c0-94c2-fc4c31a873c1" providerId="ADAL" clId="{4C704DB0-A89F-4D12-8507-BB0C509374D8}" dt="2024-01-07T17:15:30.294" v="1067" actId="20577"/>
        <pc:sldMkLst>
          <pc:docMk/>
          <pc:sldMk cId="2978522180" sldId="286"/>
        </pc:sldMkLst>
      </pc:sldChg>
      <pc:sldChg chg="modSp new mod">
        <pc:chgData name="Shafer, Ethan H CPT" userId="505e747c-87be-44c0-94c2-fc4c31a873c1" providerId="ADAL" clId="{4C704DB0-A89F-4D12-8507-BB0C509374D8}" dt="2024-01-07T17:15:40.363" v="1095" actId="20577"/>
        <pc:sldMkLst>
          <pc:docMk/>
          <pc:sldMk cId="2434074787" sldId="287"/>
        </pc:sldMkLst>
      </pc:sldChg>
      <pc:sldChg chg="modSp new mod">
        <pc:chgData name="Shafer, Ethan H CPT" userId="505e747c-87be-44c0-94c2-fc4c31a873c1" providerId="ADAL" clId="{4C704DB0-A89F-4D12-8507-BB0C509374D8}" dt="2024-01-07T17:16:10.201" v="1121" actId="20577"/>
        <pc:sldMkLst>
          <pc:docMk/>
          <pc:sldMk cId="3239668449" sldId="288"/>
        </pc:sldMkLst>
      </pc:sldChg>
      <pc:sldChg chg="modSp new mod">
        <pc:chgData name="Shafer, Ethan H CPT" userId="505e747c-87be-44c0-94c2-fc4c31a873c1" providerId="ADAL" clId="{4C704DB0-A89F-4D12-8507-BB0C509374D8}" dt="2024-01-07T17:16:14.408" v="1134" actId="20577"/>
        <pc:sldMkLst>
          <pc:docMk/>
          <pc:sldMk cId="735527975" sldId="289"/>
        </pc:sldMkLst>
      </pc:sldChg>
    </pc:docChg>
  </pc:docChgLst>
  <pc:docChgLst>
    <pc:chgData name="Hamilton, Stephen S COL" userId="432058bd-406f-40c2-96d0-e3ac2cbab621" providerId="ADAL" clId="{DC0CF9F4-2A00-4657-853E-2794FD5B0CB5}"/>
    <pc:docChg chg="custSel modSld">
      <pc:chgData name="Hamilton, Stephen S COL" userId="432058bd-406f-40c2-96d0-e3ac2cbab621" providerId="ADAL" clId="{DC0CF9F4-2A00-4657-853E-2794FD5B0CB5}" dt="2024-01-04T21:21:35.998" v="219" actId="27636"/>
      <pc:docMkLst>
        <pc:docMk/>
      </pc:docMkLst>
      <pc:sldChg chg="modSp mod">
        <pc:chgData name="Hamilton, Stephen S COL" userId="432058bd-406f-40c2-96d0-e3ac2cbab621" providerId="ADAL" clId="{DC0CF9F4-2A00-4657-853E-2794FD5B0CB5}" dt="2024-01-04T21:21:35.998" v="219" actId="27636"/>
        <pc:sldMkLst>
          <pc:docMk/>
          <pc:sldMk cId="1861566228" sldId="257"/>
        </pc:sldMkLst>
      </pc:sldChg>
    </pc:docChg>
  </pc:docChgLst>
  <pc:docChgLst>
    <pc:chgData name="Shafer, Ethan H CPT" userId="505e747c-87be-44c0-94c2-fc4c31a873c1" providerId="ADAL" clId="{DE2BA1B1-98AC-42F1-B3A8-A24A4738B72C}"/>
    <pc:docChg chg="modSld">
      <pc:chgData name="Shafer, Ethan H CPT" userId="505e747c-87be-44c0-94c2-fc4c31a873c1" providerId="ADAL" clId="{DE2BA1B1-98AC-42F1-B3A8-A24A4738B72C}" dt="2024-01-07T16:33:11.963" v="4" actId="20577"/>
      <pc:docMkLst>
        <pc:docMk/>
      </pc:docMkLst>
      <pc:sldChg chg="modSp mod">
        <pc:chgData name="Shafer, Ethan H CPT" userId="505e747c-87be-44c0-94c2-fc4c31a873c1" providerId="ADAL" clId="{DE2BA1B1-98AC-42F1-B3A8-A24A4738B72C}" dt="2024-01-07T16:33:11.963" v="4" actId="20577"/>
        <pc:sldMkLst>
          <pc:docMk/>
          <pc:sldMk cId="2695136482" sldId="272"/>
        </pc:sldMkLst>
      </pc:sldChg>
    </pc:docChg>
  </pc:docChgLst>
  <pc:docChgLst>
    <pc:chgData name="Shafer, Ethan H MAJ" userId="505e747c-87be-44c0-94c2-fc4c31a873c1" providerId="ADAL" clId="{FC790662-B147-4EE6-BC2C-9998B4FC5527}"/>
    <pc:docChg chg="delSld modSection">
      <pc:chgData name="Shafer, Ethan H MAJ" userId="505e747c-87be-44c0-94c2-fc4c31a873c1" providerId="ADAL" clId="{FC790662-B147-4EE6-BC2C-9998B4FC5527}" dt="2025-01-22T19:48:05.241" v="0" actId="47"/>
      <pc:docMkLst>
        <pc:docMk/>
      </pc:docMkLst>
      <pc:sldChg chg="del">
        <pc:chgData name="Shafer, Ethan H MAJ" userId="505e747c-87be-44c0-94c2-fc4c31a873c1" providerId="ADAL" clId="{FC790662-B147-4EE6-BC2C-9998B4FC5527}" dt="2025-01-22T19:48:05.241" v="0" actId="47"/>
        <pc:sldMkLst>
          <pc:docMk/>
          <pc:sldMk cId="3153094717" sldId="299"/>
        </pc:sldMkLst>
      </pc:sldChg>
    </pc:docChg>
  </pc:docChgLst>
  <pc:docChgLst>
    <pc:chgData name="Shafer, Ethan H CPT" userId="505e747c-87be-44c0-94c2-fc4c31a873c1" providerId="ADAL" clId="{0558F9FC-7723-4163-864B-7113D67FD701}"/>
    <pc:docChg chg="undo redo custSel addSld modSld sldOrd modMainMaster addSection modSection">
      <pc:chgData name="Shafer, Ethan H CPT" userId="505e747c-87be-44c0-94c2-fc4c31a873c1" providerId="ADAL" clId="{0558F9FC-7723-4163-864B-7113D67FD701}" dt="2023-12-11T16:39:45.643" v="3429" actId="20577"/>
      <pc:docMkLst>
        <pc:docMk/>
      </pc:docMkLst>
      <pc:sldChg chg="addSp delSp modSp new mod setBg addAnim">
        <pc:chgData name="Shafer, Ethan H CPT" userId="505e747c-87be-44c0-94c2-fc4c31a873c1" providerId="ADAL" clId="{0558F9FC-7723-4163-864B-7113D67FD701}" dt="2023-12-11T16:28:24.663" v="3094"/>
        <pc:sldMkLst>
          <pc:docMk/>
          <pc:sldMk cId="1252466205" sldId="256"/>
        </pc:sldMkLst>
      </pc:sldChg>
      <pc:sldChg chg="addSp delSp modSp new mod modClrScheme chgLayout">
        <pc:chgData name="Shafer, Ethan H CPT" userId="505e747c-87be-44c0-94c2-fc4c31a873c1" providerId="ADAL" clId="{0558F9FC-7723-4163-864B-7113D67FD701}" dt="2023-12-11T16:32:38.695" v="3117" actId="114"/>
        <pc:sldMkLst>
          <pc:docMk/>
          <pc:sldMk cId="1861566228" sldId="257"/>
        </pc:sldMkLst>
      </pc:sldChg>
      <pc:sldChg chg="addSp delSp modSp new mod modClrScheme chgLayout">
        <pc:chgData name="Shafer, Ethan H CPT" userId="505e747c-87be-44c0-94c2-fc4c31a873c1" providerId="ADAL" clId="{0558F9FC-7723-4163-864B-7113D67FD701}" dt="2023-12-08T14:23:05.443" v="354" actId="20577"/>
        <pc:sldMkLst>
          <pc:docMk/>
          <pc:sldMk cId="1166394099" sldId="258"/>
        </pc:sldMkLst>
      </pc:sldChg>
      <pc:sldChg chg="addSp delSp modSp new mod modClrScheme chgLayout">
        <pc:chgData name="Shafer, Ethan H CPT" userId="505e747c-87be-44c0-94c2-fc4c31a873c1" providerId="ADAL" clId="{0558F9FC-7723-4163-864B-7113D67FD701}" dt="2023-12-08T14:23:34.161" v="405" actId="20577"/>
        <pc:sldMkLst>
          <pc:docMk/>
          <pc:sldMk cId="2952231859" sldId="259"/>
        </pc:sldMkLst>
      </pc:sldChg>
      <pc:sldChg chg="addSp delSp modSp new mod setBg modClrScheme chgLayout">
        <pc:chgData name="Shafer, Ethan H CPT" userId="505e747c-87be-44c0-94c2-fc4c31a873c1" providerId="ADAL" clId="{0558F9FC-7723-4163-864B-7113D67FD701}" dt="2023-12-11T16:28:28.183" v="3096" actId="26606"/>
        <pc:sldMkLst>
          <pc:docMk/>
          <pc:sldMk cId="3574414367" sldId="260"/>
        </pc:sldMkLst>
      </pc:sldChg>
      <pc:sldChg chg="addSp delSp modSp new mod modClrScheme chgLayout">
        <pc:chgData name="Shafer, Ethan H CPT" userId="505e747c-87be-44c0-94c2-fc4c31a873c1" providerId="ADAL" clId="{0558F9FC-7723-4163-864B-7113D67FD701}" dt="2023-12-08T14:52:58.684" v="973" actId="1036"/>
        <pc:sldMkLst>
          <pc:docMk/>
          <pc:sldMk cId="571101686" sldId="261"/>
        </pc:sldMkLst>
      </pc:sldChg>
      <pc:sldChg chg="addSp delSp modSp new mod">
        <pc:chgData name="Shafer, Ethan H CPT" userId="505e747c-87be-44c0-94c2-fc4c31a873c1" providerId="ADAL" clId="{0558F9FC-7723-4163-864B-7113D67FD701}" dt="2023-12-08T14:46:18.429" v="791" actId="931"/>
        <pc:sldMkLst>
          <pc:docMk/>
          <pc:sldMk cId="1846344638" sldId="262"/>
        </pc:sldMkLst>
      </pc:sldChg>
      <pc:sldChg chg="addSp delSp modSp new mod modClrScheme modAnim chgLayout">
        <pc:chgData name="Shafer, Ethan H CPT" userId="505e747c-87be-44c0-94c2-fc4c31a873c1" providerId="ADAL" clId="{0558F9FC-7723-4163-864B-7113D67FD701}" dt="2023-12-08T14:56:33.133" v="1044" actId="20577"/>
        <pc:sldMkLst>
          <pc:docMk/>
          <pc:sldMk cId="2379544849" sldId="263"/>
        </pc:sldMkLst>
      </pc:sldChg>
      <pc:sldChg chg="addSp delSp modSp new mod modClrScheme chgLayout modNotesTx">
        <pc:chgData name="Shafer, Ethan H CPT" userId="505e747c-87be-44c0-94c2-fc4c31a873c1" providerId="ADAL" clId="{0558F9FC-7723-4163-864B-7113D67FD701}" dt="2023-12-08T15:00:59.839" v="1778" actId="20577"/>
        <pc:sldMkLst>
          <pc:docMk/>
          <pc:sldMk cId="519020164" sldId="264"/>
        </pc:sldMkLst>
      </pc:sldChg>
      <pc:sldChg chg="modSp new mod ord modNotesTx">
        <pc:chgData name="Shafer, Ethan H CPT" userId="505e747c-87be-44c0-94c2-fc4c31a873c1" providerId="ADAL" clId="{0558F9FC-7723-4163-864B-7113D67FD701}" dt="2023-12-08T15:00:00.489" v="1445" actId="20577"/>
        <pc:sldMkLst>
          <pc:docMk/>
          <pc:sldMk cId="3211415303" sldId="265"/>
        </pc:sldMkLst>
      </pc:sldChg>
      <pc:sldChg chg="addSp delSp modSp new mod modClrScheme chgLayout">
        <pc:chgData name="Shafer, Ethan H CPT" userId="505e747c-87be-44c0-94c2-fc4c31a873c1" providerId="ADAL" clId="{0558F9FC-7723-4163-864B-7113D67FD701}" dt="2023-12-08T15:02:36.952" v="1837" actId="1035"/>
        <pc:sldMkLst>
          <pc:docMk/>
          <pc:sldMk cId="1613365153" sldId="266"/>
        </pc:sldMkLst>
      </pc:sldChg>
      <pc:sldChg chg="addSp delSp modSp new mod ord setBg modClrScheme delAnim modAnim chgLayout modNotesTx">
        <pc:chgData name="Shafer, Ethan H CPT" userId="505e747c-87be-44c0-94c2-fc4c31a873c1" providerId="ADAL" clId="{0558F9FC-7723-4163-864B-7113D67FD701}" dt="2023-12-11T16:28:48.605" v="3100"/>
        <pc:sldMkLst>
          <pc:docMk/>
          <pc:sldMk cId="3373289461" sldId="267"/>
        </pc:sldMkLst>
      </pc:sldChg>
      <pc:sldChg chg="addSp delSp modSp new mod">
        <pc:chgData name="Shafer, Ethan H CPT" userId="505e747c-87be-44c0-94c2-fc4c31a873c1" providerId="ADAL" clId="{0558F9FC-7723-4163-864B-7113D67FD701}" dt="2023-12-08T15:03:13.819" v="1851" actId="14100"/>
        <pc:sldMkLst>
          <pc:docMk/>
          <pc:sldMk cId="3823963920" sldId="268"/>
        </pc:sldMkLst>
      </pc:sldChg>
      <pc:sldChg chg="addSp delSp modSp new mod modAnim modNotesTx">
        <pc:chgData name="Shafer, Ethan H CPT" userId="505e747c-87be-44c0-94c2-fc4c31a873c1" providerId="ADAL" clId="{0558F9FC-7723-4163-864B-7113D67FD701}" dt="2023-12-11T16:39:45.643" v="3429" actId="20577"/>
        <pc:sldMkLst>
          <pc:docMk/>
          <pc:sldMk cId="2163444791" sldId="269"/>
        </pc:sldMkLst>
      </pc:sldChg>
      <pc:sldChg chg="addSp delSp modSp new mod">
        <pc:chgData name="Shafer, Ethan H CPT" userId="505e747c-87be-44c0-94c2-fc4c31a873c1" providerId="ADAL" clId="{0558F9FC-7723-4163-864B-7113D67FD701}" dt="2023-12-08T20:21:45.090" v="2993" actId="1440"/>
        <pc:sldMkLst>
          <pc:docMk/>
          <pc:sldMk cId="2358855643" sldId="270"/>
        </pc:sldMkLst>
      </pc:sldChg>
      <pc:sldChg chg="addSp delSp modSp new mod modNotesTx">
        <pc:chgData name="Shafer, Ethan H CPT" userId="505e747c-87be-44c0-94c2-fc4c31a873c1" providerId="ADAL" clId="{0558F9FC-7723-4163-864B-7113D67FD701}" dt="2023-12-11T16:38:57.228" v="3153"/>
        <pc:sldMkLst>
          <pc:docMk/>
          <pc:sldMk cId="3223044430" sldId="271"/>
        </pc:sldMkLst>
      </pc:sldChg>
      <pc:sldChg chg="addSp delSp modSp new mod setBg modClrScheme modAnim chgLayout">
        <pc:chgData name="Shafer, Ethan H CPT" userId="505e747c-87be-44c0-94c2-fc4c31a873c1" providerId="ADAL" clId="{0558F9FC-7723-4163-864B-7113D67FD701}" dt="2023-12-11T16:29:53.823" v="3113" actId="20577"/>
        <pc:sldMkLst>
          <pc:docMk/>
          <pc:sldMk cId="2695136482" sldId="272"/>
        </pc:sldMkLst>
      </pc:sldChg>
      <pc:sldMasterChg chg="addSp modSp mod modSldLayout">
        <pc:chgData name="Shafer, Ethan H CPT" userId="505e747c-87be-44c0-94c2-fc4c31a873c1" providerId="ADAL" clId="{0558F9FC-7723-4163-864B-7113D67FD701}" dt="2023-12-08T14:14:33.104" v="81" actId="20577"/>
        <pc:sldMasterMkLst>
          <pc:docMk/>
          <pc:sldMasterMk cId="953183686" sldId="2147483678"/>
        </pc:sldMasterMkLst>
        <pc:sldLayoutChg chg="addSp modSp">
          <pc:chgData name="Shafer, Ethan H CPT" userId="505e747c-87be-44c0-94c2-fc4c31a873c1" providerId="ADAL" clId="{0558F9FC-7723-4163-864B-7113D67FD701}" dt="2023-12-08T14:13:47.540" v="57"/>
          <pc:sldLayoutMkLst>
            <pc:docMk/>
            <pc:sldMasterMk cId="953183686" sldId="2147483678"/>
            <pc:sldLayoutMk cId="1415347951" sldId="214748367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4FC0B2-CCAA-46F8-A547-49B8C36E7C87}" type="datetimeFigureOut">
              <a:rPr lang="en-US" smtClean="0"/>
              <a:t>6/8/2026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9811CC-B29F-4526-A732-D1E7BE6588EB}" type="slidenum">
              <a:rPr lang="en-US" smtClean="0"/>
              <a:t>‹#›</a:t>
            </a:fld>
            <a:endParaRPr lang="en-US"/>
          </a:p>
        </p:txBody>
      </p:sp>
    </p:spTree>
    <p:extLst>
      <p:ext uri="{BB962C8B-B14F-4D97-AF65-F5344CB8AC3E}">
        <p14:creationId xmlns:p14="http://schemas.microsoft.com/office/powerpoint/2010/main" val="38920467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AF52310-33D9-4729-9AEF-64EF3CDD5568}" type="slidenum">
              <a:rPr lang="en-US" smtClean="0"/>
              <a:t>4</a:t>
            </a:fld>
            <a:endParaRPr lang="en-US"/>
          </a:p>
        </p:txBody>
      </p:sp>
    </p:spTree>
    <p:extLst>
      <p:ext uri="{BB962C8B-B14F-4D97-AF65-F5344CB8AC3E}">
        <p14:creationId xmlns:p14="http://schemas.microsoft.com/office/powerpoint/2010/main" val="4674566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2000/6 = 333.3 hours per machine. 13.8 days ~14 days total</a:t>
            </a:r>
          </a:p>
          <a:p>
            <a:r>
              <a:rPr lang="en-US"/>
              <a:t>5*24 = 120 hours to complete.  2000/120 =  16.6 servers, so 17 servers would be able to complete in just less than 5 days</a:t>
            </a:r>
          </a:p>
          <a:p>
            <a:r>
              <a:rPr lang="en-US"/>
              <a:t>I/O clarify</a:t>
            </a:r>
          </a:p>
          <a:p>
            <a:endParaRPr lang="en-US"/>
          </a:p>
          <a:p>
            <a:endParaRPr lang="en-US"/>
          </a:p>
          <a:p>
            <a:r>
              <a:rPr lang="en-US"/>
              <a:t> </a:t>
            </a:r>
          </a:p>
        </p:txBody>
      </p:sp>
      <p:sp>
        <p:nvSpPr>
          <p:cNvPr id="4" name="Slide Number Placeholder 3"/>
          <p:cNvSpPr>
            <a:spLocks noGrp="1"/>
          </p:cNvSpPr>
          <p:nvPr>
            <p:ph type="sldNum" sz="quarter" idx="5"/>
          </p:nvPr>
        </p:nvSpPr>
        <p:spPr/>
        <p:txBody>
          <a:bodyPr/>
          <a:lstStyle/>
          <a:p>
            <a:fld id="{CAF52310-33D9-4729-9AEF-64EF3CDD5568}" type="slidenum">
              <a:rPr lang="en-US" smtClean="0"/>
              <a:t>7</a:t>
            </a:fld>
            <a:endParaRPr lang="en-US"/>
          </a:p>
        </p:txBody>
      </p:sp>
    </p:spTree>
    <p:extLst>
      <p:ext uri="{BB962C8B-B14F-4D97-AF65-F5344CB8AC3E}">
        <p14:creationId xmlns:p14="http://schemas.microsoft.com/office/powerpoint/2010/main" val="14042980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Platform-as-a-Service (PaaS) is an execution runtime environments offered in a multi-tenant environment. The underlying assumption is that applications often use similar functions and that these components can be shared with other applications. Sharing this common functionality should also result in higher environment utilization </a:t>
            </a:r>
            <a:r>
              <a:rPr lang="en-US" dirty="0" err="1"/>
              <a:t>rates.Common</a:t>
            </a:r>
            <a:r>
              <a:rPr lang="en-US" dirty="0"/>
              <a:t> application functionality is offered in an execution environment that delivers platform libraries for custom application implementations using middleware solutions. The most common of these are databases and integrated development environments (IDEs).</a:t>
            </a:r>
          </a:p>
        </p:txBody>
      </p:sp>
      <p:sp>
        <p:nvSpPr>
          <p:cNvPr id="4" name="Slide Number Placeholder 3"/>
          <p:cNvSpPr>
            <a:spLocks noGrp="1"/>
          </p:cNvSpPr>
          <p:nvPr>
            <p:ph type="sldNum" sz="quarter" idx="5"/>
          </p:nvPr>
        </p:nvSpPr>
        <p:spPr/>
        <p:txBody>
          <a:bodyPr/>
          <a:lstStyle/>
          <a:p>
            <a:fld id="{CAF52310-33D9-4729-9AEF-64EF3CDD5568}" type="slidenum">
              <a:rPr lang="en-US" smtClean="0"/>
              <a:t>9</a:t>
            </a:fld>
            <a:endParaRPr lang="en-US"/>
          </a:p>
        </p:txBody>
      </p:sp>
    </p:spTree>
    <p:extLst>
      <p:ext uri="{BB962C8B-B14F-4D97-AF65-F5344CB8AC3E}">
        <p14:creationId xmlns:p14="http://schemas.microsoft.com/office/powerpoint/2010/main" val="4674566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 Representational State Transfer… HTTP Methods: </a:t>
            </a:r>
            <a:r>
              <a:rPr lang="en-US" b="0" i="0" dirty="0">
                <a:solidFill>
                  <a:srgbClr val="202122"/>
                </a:solidFill>
                <a:effectLst/>
                <a:latin typeface="Arial" panose="020B0604020202020204" pitchFamily="34" charset="0"/>
              </a:rPr>
              <a:t>GET, HEAD, POST, PUT, PATCH, DELETE, CONNECT, OPTIONS and TRACE</a:t>
            </a:r>
          </a:p>
          <a:p>
            <a:r>
              <a:rPr lang="en-US" b="0" i="0" dirty="0">
                <a:solidFill>
                  <a:srgbClr val="202122"/>
                </a:solidFill>
                <a:effectLst/>
                <a:latin typeface="Arial" panose="020B0604020202020204" pitchFamily="34" charset="0"/>
              </a:rPr>
              <a:t>Simple Object Access Protocol (SOAP)</a:t>
            </a:r>
          </a:p>
          <a:p>
            <a:r>
              <a:rPr lang="en-US" b="0" i="0" dirty="0">
                <a:solidFill>
                  <a:srgbClr val="202122"/>
                </a:solidFill>
                <a:effectLst/>
                <a:latin typeface="Arial" panose="020B0604020202020204" pitchFamily="34" charset="0"/>
              </a:rPr>
              <a:t>REST is a  method and SOAP is a protocol</a:t>
            </a:r>
          </a:p>
          <a:p>
            <a:r>
              <a:rPr lang="en-US" b="0" i="0" dirty="0" err="1">
                <a:solidFill>
                  <a:srgbClr val="202122"/>
                </a:solidFill>
                <a:effectLst/>
                <a:latin typeface="Arial" panose="020B0604020202020204" pitchFamily="34" charset="0"/>
              </a:rPr>
              <a:t>Javascript</a:t>
            </a:r>
            <a:r>
              <a:rPr lang="en-US" b="0" i="0" dirty="0">
                <a:solidFill>
                  <a:srgbClr val="202122"/>
                </a:solidFill>
                <a:effectLst/>
                <a:latin typeface="Arial" panose="020B0604020202020204" pitchFamily="34" charset="0"/>
              </a:rPr>
              <a:t> Object Notation</a:t>
            </a:r>
          </a:p>
          <a:p>
            <a:endParaRPr lang="en-US" dirty="0"/>
          </a:p>
        </p:txBody>
      </p:sp>
      <p:sp>
        <p:nvSpPr>
          <p:cNvPr id="4" name="Slide Number Placeholder 3"/>
          <p:cNvSpPr>
            <a:spLocks noGrp="1"/>
          </p:cNvSpPr>
          <p:nvPr>
            <p:ph type="sldNum" sz="quarter" idx="5"/>
          </p:nvPr>
        </p:nvSpPr>
        <p:spPr/>
        <p:txBody>
          <a:bodyPr/>
          <a:lstStyle/>
          <a:p>
            <a:fld id="{CAF52310-33D9-4729-9AEF-64EF3CDD5568}" type="slidenum">
              <a:rPr lang="en-US" smtClean="0"/>
              <a:t>10</a:t>
            </a:fld>
            <a:endParaRPr lang="en-US"/>
          </a:p>
        </p:txBody>
      </p:sp>
    </p:spTree>
    <p:extLst>
      <p:ext uri="{BB962C8B-B14F-4D97-AF65-F5344CB8AC3E}">
        <p14:creationId xmlns:p14="http://schemas.microsoft.com/office/powerpoint/2010/main" val="5787806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Platform-as-a-Service (PaaS) is an execution runtime environments offered in a multi-tenant environment. The underlying assumption is that applications often use similar functions and that these components can be shared with other applications. Sharing this common functionality should also result in higher environment utilization </a:t>
            </a:r>
            <a:r>
              <a:rPr lang="en-US" err="1"/>
              <a:t>rates.Common</a:t>
            </a:r>
            <a:r>
              <a:rPr lang="en-US"/>
              <a:t> application functionality is offered in an execution environment that delivers platform libraries for custom application implementations using middleware solutions. The most common of these are databases and integrated development environments (IDEs).</a:t>
            </a:r>
          </a:p>
        </p:txBody>
      </p:sp>
      <p:sp>
        <p:nvSpPr>
          <p:cNvPr id="4" name="Slide Number Placeholder 3"/>
          <p:cNvSpPr>
            <a:spLocks noGrp="1"/>
          </p:cNvSpPr>
          <p:nvPr>
            <p:ph type="sldNum" sz="quarter" idx="5"/>
          </p:nvPr>
        </p:nvSpPr>
        <p:spPr/>
        <p:txBody>
          <a:bodyPr/>
          <a:lstStyle/>
          <a:p>
            <a:fld id="{CAF52310-33D9-4729-9AEF-64EF3CDD5568}" type="slidenum">
              <a:rPr lang="en-US" smtClean="0"/>
              <a:t>15</a:t>
            </a:fld>
            <a:endParaRPr lang="en-US"/>
          </a:p>
        </p:txBody>
      </p:sp>
    </p:spTree>
    <p:extLst>
      <p:ext uri="{BB962C8B-B14F-4D97-AF65-F5344CB8AC3E}">
        <p14:creationId xmlns:p14="http://schemas.microsoft.com/office/powerpoint/2010/main" val="4674566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a:solidFill>
                  <a:srgbClr val="333333"/>
                </a:solidFill>
                <a:effectLst/>
                <a:latin typeface="Georgia" panose="02040502050405020303" pitchFamily="18" charset="0"/>
              </a:rPr>
              <a:t>Using SaaS, organizations have potentially limitless possibilities for running applications that may not have been otherwise possible given the limitations of their corporate systems, infrastructure, or resources. If the right middleware and associated components are deployed, SaaS can present massive incentives and benefits. Organizations can quickly realize benefits from scalability, flexibility, and on-demand self-service capabilities. Customer adoption accelerates as access to data and applications can be from virtually anywhere, at any time with internet access. Additional benefits include:</a:t>
            </a:r>
          </a:p>
          <a:p>
            <a:pPr algn="l">
              <a:buFont typeface="Arial" panose="020B0604020202020204" pitchFamily="34" charset="0"/>
              <a:buChar char="•"/>
            </a:pPr>
            <a:r>
              <a:rPr lang="en-US" b="0" i="0">
                <a:solidFill>
                  <a:srgbClr val="333333"/>
                </a:solidFill>
                <a:effectLst/>
                <a:latin typeface="Georgia" panose="02040502050405020303" pitchFamily="18" charset="0"/>
              </a:rPr>
              <a:t>Cost control, cost reduction</a:t>
            </a:r>
          </a:p>
          <a:p>
            <a:pPr algn="l">
              <a:buFont typeface="Arial" panose="020B0604020202020204" pitchFamily="34" charset="0"/>
              <a:buChar char="•"/>
            </a:pPr>
            <a:r>
              <a:rPr lang="en-US" b="0" i="0">
                <a:solidFill>
                  <a:srgbClr val="333333"/>
                </a:solidFill>
                <a:effectLst/>
                <a:latin typeface="Georgia" panose="02040502050405020303" pitchFamily="18" charset="0"/>
              </a:rPr>
              <a:t>Licensing or support becomes a built-in component for the provider and the subscriber benefits from economies of scale</a:t>
            </a:r>
          </a:p>
          <a:p>
            <a:pPr algn="l">
              <a:buFont typeface="Arial" panose="020B0604020202020204" pitchFamily="34" charset="0"/>
              <a:buChar char="•"/>
            </a:pPr>
            <a:r>
              <a:rPr lang="en-US" b="0" i="0">
                <a:solidFill>
                  <a:srgbClr val="333333"/>
                </a:solidFill>
                <a:effectLst/>
                <a:latin typeface="Georgia" panose="02040502050405020303" pitchFamily="18" charset="0"/>
              </a:rPr>
              <a:t>The purchasing of up-front bulk licensing and the associated capital expenditure is removed and replaced by demand-based pay-as-you-go licensing models</a:t>
            </a:r>
          </a:p>
          <a:p>
            <a:pPr algn="l">
              <a:buFont typeface="Arial" panose="020B0604020202020204" pitchFamily="34" charset="0"/>
              <a:buChar char="•"/>
            </a:pPr>
            <a:r>
              <a:rPr lang="en-US" b="0" i="0">
                <a:solidFill>
                  <a:srgbClr val="333333"/>
                </a:solidFill>
                <a:effectLst/>
                <a:latin typeface="Georgia" panose="02040502050405020303" pitchFamily="18" charset="0"/>
              </a:rPr>
              <a:t>User-based internal support requirements reduce significantly as the software cloud service provider can typically handle more of the support at scale</a:t>
            </a:r>
          </a:p>
          <a:p>
            <a:pPr algn="l">
              <a:buFont typeface="Arial" panose="020B0604020202020204" pitchFamily="34" charset="0"/>
              <a:buChar char="•"/>
            </a:pPr>
            <a:r>
              <a:rPr lang="en-US" b="0" i="0">
                <a:solidFill>
                  <a:srgbClr val="333333"/>
                </a:solidFill>
                <a:effectLst/>
                <a:latin typeface="Georgia" panose="02040502050405020303" pitchFamily="18" charset="0"/>
              </a:rPr>
              <a:t>Ease of use and limited administration</a:t>
            </a:r>
          </a:p>
          <a:p>
            <a:pPr algn="l">
              <a:buFont typeface="Arial" panose="020B0604020202020204" pitchFamily="34" charset="0"/>
              <a:buChar char="•"/>
            </a:pPr>
            <a:r>
              <a:rPr lang="en-US" b="0" i="0">
                <a:solidFill>
                  <a:srgbClr val="333333"/>
                </a:solidFill>
                <a:effectLst/>
                <a:latin typeface="Georgia" panose="02040502050405020303" pitchFamily="18" charset="0"/>
              </a:rPr>
              <a:t>Automatic updates and patch management</a:t>
            </a:r>
          </a:p>
          <a:p>
            <a:pPr algn="l">
              <a:buFont typeface="Arial" panose="020B0604020202020204" pitchFamily="34" charset="0"/>
              <a:buChar char="•"/>
            </a:pPr>
            <a:r>
              <a:rPr lang="en-US" b="0" i="0">
                <a:solidFill>
                  <a:srgbClr val="333333"/>
                </a:solidFill>
                <a:effectLst/>
                <a:latin typeface="Georgia" panose="02040502050405020303" pitchFamily="18" charset="0"/>
              </a:rPr>
              <a:t>Improved security</a:t>
            </a:r>
          </a:p>
          <a:p>
            <a:pPr algn="l">
              <a:buFont typeface="Arial" panose="020B0604020202020204" pitchFamily="34" charset="0"/>
              <a:buChar char="•"/>
            </a:pPr>
            <a:r>
              <a:rPr lang="en-US" b="0" i="0">
                <a:solidFill>
                  <a:srgbClr val="333333"/>
                </a:solidFill>
                <a:effectLst/>
                <a:latin typeface="Georgia" panose="02040502050405020303" pitchFamily="18" charset="0"/>
              </a:rPr>
              <a:t>Standardization and compatibility </a:t>
            </a:r>
          </a:p>
          <a:p>
            <a:pPr algn="l">
              <a:buFont typeface="Arial" panose="020B0604020202020204" pitchFamily="34" charset="0"/>
              <a:buChar char="•"/>
            </a:pPr>
            <a:r>
              <a:rPr lang="en-US" b="0" i="0">
                <a:solidFill>
                  <a:srgbClr val="333333"/>
                </a:solidFill>
                <a:effectLst/>
                <a:latin typeface="Georgia" panose="02040502050405020303" pitchFamily="18" charset="0"/>
              </a:rPr>
              <a:t>Global accessibility</a:t>
            </a:r>
          </a:p>
          <a:p>
            <a:endParaRPr lang="en-US"/>
          </a:p>
        </p:txBody>
      </p:sp>
      <p:sp>
        <p:nvSpPr>
          <p:cNvPr id="4" name="Slide Number Placeholder 3"/>
          <p:cNvSpPr>
            <a:spLocks noGrp="1"/>
          </p:cNvSpPr>
          <p:nvPr>
            <p:ph type="sldNum" sz="quarter" idx="5"/>
          </p:nvPr>
        </p:nvSpPr>
        <p:spPr/>
        <p:txBody>
          <a:bodyPr/>
          <a:lstStyle/>
          <a:p>
            <a:fld id="{CAF52310-33D9-4729-9AEF-64EF3CDD5568}" type="slidenum">
              <a:rPr lang="en-US" smtClean="0"/>
              <a:t>16</a:t>
            </a:fld>
            <a:endParaRPr lang="en-US"/>
          </a:p>
        </p:txBody>
      </p:sp>
    </p:spTree>
    <p:extLst>
      <p:ext uri="{BB962C8B-B14F-4D97-AF65-F5344CB8AC3E}">
        <p14:creationId xmlns:p14="http://schemas.microsoft.com/office/powerpoint/2010/main" val="57878066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221F20"/>
        </a:solidFill>
        <a:effectLst/>
      </p:bgPr>
    </p:bg>
    <p:spTree>
      <p:nvGrpSpPr>
        <p:cNvPr id="1" name=""/>
        <p:cNvGrpSpPr/>
        <p:nvPr/>
      </p:nvGrpSpPr>
      <p:grpSpPr>
        <a:xfrm>
          <a:off x="0" y="0"/>
          <a:ext cx="0" cy="0"/>
          <a:chOff x="0" y="0"/>
          <a:chExt cx="0" cy="0"/>
        </a:xfrm>
      </p:grpSpPr>
      <p:sp>
        <p:nvSpPr>
          <p:cNvPr id="20" name="Date Placeholder 19">
            <a:extLst>
              <a:ext uri="{FF2B5EF4-FFF2-40B4-BE49-F238E27FC236}">
                <a16:creationId xmlns:a16="http://schemas.microsoft.com/office/drawing/2014/main" id="{39F9F092-1A2E-3BC5-0D99-EE4B132543F8}"/>
              </a:ext>
            </a:extLst>
          </p:cNvPr>
          <p:cNvSpPr>
            <a:spLocks noGrp="1"/>
          </p:cNvSpPr>
          <p:nvPr>
            <p:ph type="dt" sz="half" idx="49"/>
          </p:nvPr>
        </p:nvSpPr>
        <p:spPr/>
        <p:txBody>
          <a:bodyPr/>
          <a:lstStyle/>
          <a:p>
            <a:fld id="{7A3E0868-4E26-4CDC-8A56-D70E2D8B12FE}" type="datetime3">
              <a:rPr lang="en-US" smtClean="0"/>
              <a:t>8 June 2026</a:t>
            </a:fld>
            <a:endParaRPr lang="en-US"/>
          </a:p>
        </p:txBody>
      </p:sp>
      <p:sp>
        <p:nvSpPr>
          <p:cNvPr id="21" name="Slide Number Placeholder 20">
            <a:extLst>
              <a:ext uri="{FF2B5EF4-FFF2-40B4-BE49-F238E27FC236}">
                <a16:creationId xmlns:a16="http://schemas.microsoft.com/office/drawing/2014/main" id="{4D3DAC6A-DFDF-B313-4DB4-FA56B489F422}"/>
              </a:ext>
            </a:extLst>
          </p:cNvPr>
          <p:cNvSpPr>
            <a:spLocks noGrp="1"/>
          </p:cNvSpPr>
          <p:nvPr>
            <p:ph type="sldNum" sz="quarter" idx="50"/>
          </p:nvPr>
        </p:nvSpPr>
        <p:spPr/>
        <p:txBody>
          <a:bodyPr/>
          <a:lstStyle/>
          <a:p>
            <a:fld id="{64E5BE4B-2FBF-4174-9E62-85FAD1CB43A6}" type="slidenum">
              <a:rPr lang="en-US" smtClean="0"/>
              <a:pPr/>
              <a:t>‹#›</a:t>
            </a:fld>
            <a:endParaRPr lang="en-US"/>
          </a:p>
        </p:txBody>
      </p:sp>
      <p:sp>
        <p:nvSpPr>
          <p:cNvPr id="13" name="Text Placeholder 30">
            <a:extLst>
              <a:ext uri="{FF2B5EF4-FFF2-40B4-BE49-F238E27FC236}">
                <a16:creationId xmlns:a16="http://schemas.microsoft.com/office/drawing/2014/main" id="{FC933DC4-3663-15AC-8A64-D7573EE2EC9F}"/>
              </a:ext>
            </a:extLst>
          </p:cNvPr>
          <p:cNvSpPr>
            <a:spLocks noGrp="1"/>
          </p:cNvSpPr>
          <p:nvPr>
            <p:ph type="body" sz="quarter" idx="39" hasCustomPrompt="1"/>
          </p:nvPr>
        </p:nvSpPr>
        <p:spPr>
          <a:xfrm>
            <a:off x="547688" y="5133531"/>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22" name="Text Placeholder 30">
            <a:extLst>
              <a:ext uri="{FF2B5EF4-FFF2-40B4-BE49-F238E27FC236}">
                <a16:creationId xmlns:a16="http://schemas.microsoft.com/office/drawing/2014/main" id="{1FE393D1-D968-8D71-45F7-5B4A7CEF5CF9}"/>
              </a:ext>
            </a:extLst>
          </p:cNvPr>
          <p:cNvSpPr>
            <a:spLocks noGrp="1"/>
          </p:cNvSpPr>
          <p:nvPr>
            <p:ph type="body" sz="quarter" idx="40" hasCustomPrompt="1"/>
          </p:nvPr>
        </p:nvSpPr>
        <p:spPr>
          <a:xfrm>
            <a:off x="547688" y="4952739"/>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23" name="Text Placeholder 30">
            <a:extLst>
              <a:ext uri="{FF2B5EF4-FFF2-40B4-BE49-F238E27FC236}">
                <a16:creationId xmlns:a16="http://schemas.microsoft.com/office/drawing/2014/main" id="{DF69BC8A-AD59-63A3-64A2-27F7496859F1}"/>
              </a:ext>
            </a:extLst>
          </p:cNvPr>
          <p:cNvSpPr>
            <a:spLocks noGrp="1"/>
          </p:cNvSpPr>
          <p:nvPr>
            <p:ph type="body" sz="quarter" idx="41" hasCustomPrompt="1"/>
          </p:nvPr>
        </p:nvSpPr>
        <p:spPr>
          <a:xfrm>
            <a:off x="547688" y="5314323"/>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CUI Category: </a:t>
            </a:r>
          </a:p>
        </p:txBody>
      </p:sp>
      <p:sp>
        <p:nvSpPr>
          <p:cNvPr id="24" name="Text Placeholder 30">
            <a:extLst>
              <a:ext uri="{FF2B5EF4-FFF2-40B4-BE49-F238E27FC236}">
                <a16:creationId xmlns:a16="http://schemas.microsoft.com/office/drawing/2014/main" id="{EDE4793B-EE3D-A719-6990-5D9F67CBAF13}"/>
              </a:ext>
            </a:extLst>
          </p:cNvPr>
          <p:cNvSpPr>
            <a:spLocks noGrp="1"/>
          </p:cNvSpPr>
          <p:nvPr>
            <p:ph type="body" sz="quarter" idx="42" hasCustomPrompt="1"/>
          </p:nvPr>
        </p:nvSpPr>
        <p:spPr>
          <a:xfrm>
            <a:off x="547688" y="5495115"/>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Distribution Statement: </a:t>
            </a:r>
          </a:p>
        </p:txBody>
      </p:sp>
      <p:sp>
        <p:nvSpPr>
          <p:cNvPr id="25" name="Text Placeholder 30">
            <a:extLst>
              <a:ext uri="{FF2B5EF4-FFF2-40B4-BE49-F238E27FC236}">
                <a16:creationId xmlns:a16="http://schemas.microsoft.com/office/drawing/2014/main" id="{A24EE18E-6DA7-CB84-1F21-8DF1C7482384}"/>
              </a:ext>
            </a:extLst>
          </p:cNvPr>
          <p:cNvSpPr>
            <a:spLocks noGrp="1"/>
          </p:cNvSpPr>
          <p:nvPr>
            <p:ph type="body" sz="quarter" idx="43" hasCustomPrompt="1"/>
          </p:nvPr>
        </p:nvSpPr>
        <p:spPr>
          <a:xfrm>
            <a:off x="547688" y="5675907"/>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POC: </a:t>
            </a:r>
          </a:p>
        </p:txBody>
      </p:sp>
      <p:sp>
        <p:nvSpPr>
          <p:cNvPr id="26" name="Text Placeholder 30">
            <a:extLst>
              <a:ext uri="{FF2B5EF4-FFF2-40B4-BE49-F238E27FC236}">
                <a16:creationId xmlns:a16="http://schemas.microsoft.com/office/drawing/2014/main" id="{AAEE65B4-7FC0-51E0-61A9-DA039122F268}"/>
              </a:ext>
            </a:extLst>
          </p:cNvPr>
          <p:cNvSpPr>
            <a:spLocks noGrp="1"/>
          </p:cNvSpPr>
          <p:nvPr>
            <p:ph type="body" sz="quarter" idx="44"/>
          </p:nvPr>
        </p:nvSpPr>
        <p:spPr>
          <a:xfrm>
            <a:off x="1981201" y="5133531"/>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27" name="Text Placeholder 30">
            <a:extLst>
              <a:ext uri="{FF2B5EF4-FFF2-40B4-BE49-F238E27FC236}">
                <a16:creationId xmlns:a16="http://schemas.microsoft.com/office/drawing/2014/main" id="{6483CD3B-2F61-38F8-2851-B10539781BDC}"/>
              </a:ext>
            </a:extLst>
          </p:cNvPr>
          <p:cNvSpPr>
            <a:spLocks noGrp="1"/>
          </p:cNvSpPr>
          <p:nvPr>
            <p:ph type="body" sz="quarter" idx="45"/>
          </p:nvPr>
        </p:nvSpPr>
        <p:spPr>
          <a:xfrm>
            <a:off x="1981201" y="4952739"/>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28" name="Text Placeholder 30">
            <a:extLst>
              <a:ext uri="{FF2B5EF4-FFF2-40B4-BE49-F238E27FC236}">
                <a16:creationId xmlns:a16="http://schemas.microsoft.com/office/drawing/2014/main" id="{F72C11EB-F1A8-B896-9775-C7ADA2F83259}"/>
              </a:ext>
            </a:extLst>
          </p:cNvPr>
          <p:cNvSpPr>
            <a:spLocks noGrp="1"/>
          </p:cNvSpPr>
          <p:nvPr>
            <p:ph type="body" sz="quarter" idx="46"/>
          </p:nvPr>
        </p:nvSpPr>
        <p:spPr>
          <a:xfrm>
            <a:off x="1981201" y="5314323"/>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29" name="Text Placeholder 30">
            <a:extLst>
              <a:ext uri="{FF2B5EF4-FFF2-40B4-BE49-F238E27FC236}">
                <a16:creationId xmlns:a16="http://schemas.microsoft.com/office/drawing/2014/main" id="{4BF91907-2C5A-9E08-110C-64B850CA6482}"/>
              </a:ext>
            </a:extLst>
          </p:cNvPr>
          <p:cNvSpPr>
            <a:spLocks noGrp="1"/>
          </p:cNvSpPr>
          <p:nvPr>
            <p:ph type="body" sz="quarter" idx="47"/>
          </p:nvPr>
        </p:nvSpPr>
        <p:spPr>
          <a:xfrm>
            <a:off x="1981201" y="5495115"/>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30" name="Text Placeholder 30">
            <a:extLst>
              <a:ext uri="{FF2B5EF4-FFF2-40B4-BE49-F238E27FC236}">
                <a16:creationId xmlns:a16="http://schemas.microsoft.com/office/drawing/2014/main" id="{0F5C0BB3-E700-E0BE-1E5D-F32BFF0DB730}"/>
              </a:ext>
            </a:extLst>
          </p:cNvPr>
          <p:cNvSpPr>
            <a:spLocks noGrp="1"/>
          </p:cNvSpPr>
          <p:nvPr>
            <p:ph type="body" sz="quarter" idx="48"/>
          </p:nvPr>
        </p:nvSpPr>
        <p:spPr>
          <a:xfrm>
            <a:off x="1981201" y="5675907"/>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pic>
        <p:nvPicPr>
          <p:cNvPr id="5" name="U.S. Army" descr="U.S. Army">
            <a:extLst>
              <a:ext uri="{FF2B5EF4-FFF2-40B4-BE49-F238E27FC236}">
                <a16:creationId xmlns:a16="http://schemas.microsoft.com/office/drawing/2014/main" id="{8765D769-2E19-A1D0-70F0-660B5118F32F}"/>
              </a:ext>
            </a:extLst>
          </p:cNvPr>
          <p:cNvPicPr>
            <a:picLocks noChangeAspect="1"/>
          </p:cNvPicPr>
          <p:nvPr userDrawn="1"/>
        </p:nvPicPr>
        <p:blipFill>
          <a:blip r:embed="rId2"/>
          <a:stretch>
            <a:fillRect/>
          </a:stretch>
        </p:blipFill>
        <p:spPr bwMode="black">
          <a:xfrm>
            <a:off x="244899" y="112631"/>
            <a:ext cx="3246120" cy="1225808"/>
          </a:xfrm>
          <a:prstGeom prst="rect">
            <a:avLst/>
          </a:prstGeom>
        </p:spPr>
      </p:pic>
      <p:pic>
        <p:nvPicPr>
          <p:cNvPr id="7" name="Picture 6">
            <a:extLst>
              <a:ext uri="{FF2B5EF4-FFF2-40B4-BE49-F238E27FC236}">
                <a16:creationId xmlns:a16="http://schemas.microsoft.com/office/drawing/2014/main" id="{4367708F-A6ED-2C67-AAB2-F57AAA10F9A2}"/>
              </a:ext>
            </a:extLst>
          </p:cNvPr>
          <p:cNvPicPr>
            <a:picLocks noChangeAspect="1"/>
          </p:cNvPicPr>
          <p:nvPr userDrawn="1"/>
        </p:nvPicPr>
        <p:blipFill>
          <a:blip r:embed="rId3"/>
          <a:srcRect/>
          <a:stretch/>
        </p:blipFill>
        <p:spPr>
          <a:xfrm>
            <a:off x="10004616" y="411163"/>
            <a:ext cx="1629707" cy="478023"/>
          </a:xfrm>
          <a:prstGeom prst="rect">
            <a:avLst/>
          </a:prstGeom>
        </p:spPr>
      </p:pic>
      <p:grpSp>
        <p:nvGrpSpPr>
          <p:cNvPr id="4" name="Group">
            <a:extLst>
              <a:ext uri="{FF2B5EF4-FFF2-40B4-BE49-F238E27FC236}">
                <a16:creationId xmlns:a16="http://schemas.microsoft.com/office/drawing/2014/main" id="{0D2A18CE-EA59-FCDB-5CF9-72169831C632}"/>
              </a:ext>
              <a:ext uri="{C183D7F6-B498-43B3-948B-1728B52AA6E4}">
                <adec:decorative xmlns:adec="http://schemas.microsoft.com/office/drawing/2017/decorative" val="1"/>
              </a:ext>
            </a:extLst>
          </p:cNvPr>
          <p:cNvGrpSpPr/>
          <p:nvPr userDrawn="1"/>
        </p:nvGrpSpPr>
        <p:grpSpPr>
          <a:xfrm>
            <a:off x="548219" y="1974220"/>
            <a:ext cx="7173381" cy="2377440"/>
            <a:chOff x="411163" y="2240280"/>
            <a:chExt cx="6446837" cy="2377440"/>
          </a:xfrm>
        </p:grpSpPr>
        <p:sp>
          <p:nvSpPr>
            <p:cNvPr id="15" name="Rectangle">
              <a:extLst>
                <a:ext uri="{FF2B5EF4-FFF2-40B4-BE49-F238E27FC236}">
                  <a16:creationId xmlns:a16="http://schemas.microsoft.com/office/drawing/2014/main" id="{453FC9A3-D341-95FE-49D0-507EC65462D2}"/>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FFCC01"/>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600"/>
            </a:p>
          </p:txBody>
        </p:sp>
        <p:cxnSp>
          <p:nvCxnSpPr>
            <p:cNvPr id="18" name="Line">
              <a:extLst>
                <a:ext uri="{FF2B5EF4-FFF2-40B4-BE49-F238E27FC236}">
                  <a16:creationId xmlns:a16="http://schemas.microsoft.com/office/drawing/2014/main" id="{2A030869-4AC4-CE94-F004-03103C4DBCA4}"/>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cxnSp>
          <p:nvCxnSpPr>
            <p:cNvPr id="19" name="Line">
              <a:extLst>
                <a:ext uri="{FF2B5EF4-FFF2-40B4-BE49-F238E27FC236}">
                  <a16:creationId xmlns:a16="http://schemas.microsoft.com/office/drawing/2014/main" id="{5AB8E5F3-02DC-C870-FF70-6B7F087F40F4}"/>
                </a:ext>
                <a:ext uri="{C183D7F6-B498-43B3-948B-1728B52AA6E4}">
                  <adec:decorative xmlns:adec="http://schemas.microsoft.com/office/drawing/2017/decorative" val="1"/>
                </a:ext>
              </a:extLst>
            </p:cNvPr>
            <p:cNvCxnSpPr>
              <a:cxnSpLocks/>
            </p:cNvCxnSpPr>
            <p:nvPr userDrawn="1"/>
          </p:nvCxnSpPr>
          <p:spPr>
            <a:xfrm>
              <a:off x="4274795" y="3931920"/>
              <a:ext cx="0" cy="68580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grpSp>
      <p:sp>
        <p:nvSpPr>
          <p:cNvPr id="31" name="Title 1">
            <a:extLst>
              <a:ext uri="{FF2B5EF4-FFF2-40B4-BE49-F238E27FC236}">
                <a16:creationId xmlns:a16="http://schemas.microsoft.com/office/drawing/2014/main" id="{0A3716E9-1A78-32FC-3DC4-30F600373863}"/>
              </a:ext>
            </a:extLst>
          </p:cNvPr>
          <p:cNvSpPr>
            <a:spLocks noGrp="1"/>
          </p:cNvSpPr>
          <p:nvPr>
            <p:ph type="ctrTitle" hasCustomPrompt="1"/>
          </p:nvPr>
        </p:nvSpPr>
        <p:spPr>
          <a:xfrm>
            <a:off x="914401" y="2202820"/>
            <a:ext cx="6429375" cy="1325880"/>
          </a:xfrm>
        </p:spPr>
        <p:txBody>
          <a:bodyPr anchor="t" anchorCtr="0"/>
          <a:lstStyle>
            <a:lvl1pPr algn="l">
              <a:lnSpc>
                <a:spcPct val="80000"/>
              </a:lnSpc>
              <a:defRPr sz="3600"/>
            </a:lvl1pPr>
          </a:lstStyle>
          <a:p>
            <a:r>
              <a:rPr kumimoji="0" lang="en-US" sz="3600" b="0" i="0" u="none" strike="noStrike" kern="1200" cap="all" spc="0" normalizeH="0" baseline="0" noProof="0">
                <a:ln>
                  <a:noFill/>
                </a:ln>
                <a:solidFill>
                  <a:srgbClr val="FFFFFF"/>
                </a:solidFill>
                <a:effectLst/>
                <a:uLnTx/>
                <a:uFillTx/>
                <a:latin typeface="Arial"/>
                <a:ea typeface="+mj-ea"/>
                <a:cs typeface="+mj-cs"/>
              </a:rPr>
              <a:t>PRESENTATION TITLE</a:t>
            </a:r>
            <a:br>
              <a:rPr kumimoji="0" lang="en-US" sz="3600" b="0" i="0" u="none" strike="noStrike" kern="1200" cap="all" spc="0" normalizeH="0" baseline="0" noProof="0">
                <a:ln>
                  <a:noFill/>
                </a:ln>
                <a:solidFill>
                  <a:srgbClr val="FFFFFF"/>
                </a:solidFill>
                <a:effectLst/>
                <a:uLnTx/>
                <a:uFillTx/>
                <a:latin typeface="Arial"/>
                <a:ea typeface="+mj-ea"/>
                <a:cs typeface="+mj-cs"/>
              </a:rPr>
            </a:br>
            <a:r>
              <a:rPr kumimoji="0" lang="en-US" sz="3600" b="0" i="0" u="none" strike="noStrike" kern="1200" cap="all" spc="0" normalizeH="0" baseline="0" noProof="0">
                <a:ln>
                  <a:noFill/>
                </a:ln>
                <a:solidFill>
                  <a:srgbClr val="FFFFFF"/>
                </a:solidFill>
                <a:effectLst/>
                <a:uLnTx/>
                <a:uFillTx/>
                <a:latin typeface="Arial"/>
                <a:ea typeface="+mj-ea"/>
                <a:cs typeface="+mj-cs"/>
              </a:rPr>
              <a:t>PRESENTATION TITLE</a:t>
            </a:r>
            <a:br>
              <a:rPr kumimoji="0" lang="en-US" sz="3600" b="0" i="0" u="none" strike="noStrike" kern="1200" cap="all" spc="0" normalizeH="0" baseline="0" noProof="0">
                <a:ln>
                  <a:noFill/>
                </a:ln>
                <a:solidFill>
                  <a:srgbClr val="FFFFFF"/>
                </a:solidFill>
                <a:effectLst/>
                <a:uLnTx/>
                <a:uFillTx/>
                <a:latin typeface="Arial"/>
                <a:ea typeface="+mj-ea"/>
                <a:cs typeface="+mj-cs"/>
              </a:rPr>
            </a:br>
            <a:r>
              <a:rPr kumimoji="0" lang="en-US" sz="3600" b="0" i="0" u="none" strike="noStrike" kern="1200" cap="all" spc="0" normalizeH="0" baseline="0" noProof="0">
                <a:ln>
                  <a:noFill/>
                </a:ln>
                <a:solidFill>
                  <a:srgbClr val="FFCC01"/>
                </a:solidFill>
                <a:effectLst/>
                <a:uLnTx/>
                <a:uFillTx/>
                <a:latin typeface="Arial"/>
                <a:ea typeface="+mj-ea"/>
                <a:cs typeface="+mj-cs"/>
              </a:rPr>
              <a:t>THREE LINES MAX</a:t>
            </a:r>
            <a:endParaRPr lang="en-US"/>
          </a:p>
        </p:txBody>
      </p:sp>
      <p:sp>
        <p:nvSpPr>
          <p:cNvPr id="32" name="Subtitle 2">
            <a:extLst>
              <a:ext uri="{FF2B5EF4-FFF2-40B4-BE49-F238E27FC236}">
                <a16:creationId xmlns:a16="http://schemas.microsoft.com/office/drawing/2014/main" id="{9BBCBD69-970D-2A8D-E951-CFBC732DBCF4}"/>
              </a:ext>
            </a:extLst>
          </p:cNvPr>
          <p:cNvSpPr>
            <a:spLocks noGrp="1"/>
          </p:cNvSpPr>
          <p:nvPr>
            <p:ph type="subTitle" idx="1" hasCustomPrompt="1"/>
          </p:nvPr>
        </p:nvSpPr>
        <p:spPr>
          <a:xfrm>
            <a:off x="914402" y="3784732"/>
            <a:ext cx="3565524" cy="457200"/>
          </a:xfrm>
        </p:spPr>
        <p:txBody>
          <a:bodyPr anchor="ctr" anchorCtr="0"/>
          <a:lstStyle>
            <a:lvl1pPr marL="0" indent="0" algn="l">
              <a:spcBef>
                <a:spcPts val="0"/>
              </a:spcBef>
              <a:buNone/>
              <a:defRPr sz="1200" b="1">
                <a:solidFill>
                  <a:schemeClr val="tx2"/>
                </a:solidFill>
              </a:defRPr>
            </a:lvl1pPr>
            <a:lvl2pPr marL="0" indent="0" algn="l">
              <a:spcBef>
                <a:spcPts val="0"/>
              </a:spcBef>
              <a:buNone/>
              <a:defRPr sz="1200" b="1">
                <a:solidFill>
                  <a:schemeClr val="tx2"/>
                </a:solidFill>
              </a:defRPr>
            </a:lvl2pPr>
            <a:lvl3pPr marL="0" indent="0" algn="l">
              <a:spcBef>
                <a:spcPts val="0"/>
              </a:spcBef>
              <a:buNone/>
              <a:defRPr sz="1200" b="1">
                <a:solidFill>
                  <a:schemeClr val="tx2"/>
                </a:solidFill>
              </a:defRPr>
            </a:lvl3pPr>
            <a:lvl4pPr marL="0" indent="0" algn="l">
              <a:spcBef>
                <a:spcPts val="0"/>
              </a:spcBef>
              <a:buNone/>
              <a:defRPr sz="1200" b="1">
                <a:solidFill>
                  <a:schemeClr val="tx2"/>
                </a:solidFill>
              </a:defRPr>
            </a:lvl4pPr>
            <a:lvl5pPr marL="0" indent="0" algn="l">
              <a:spcBef>
                <a:spcPts val="0"/>
              </a:spcBef>
              <a:buNone/>
              <a:defRPr sz="1200" b="1">
                <a:solidFill>
                  <a:schemeClr val="tx2"/>
                </a:solidFill>
              </a:defRPr>
            </a:lvl5pPr>
            <a:lvl6pPr marL="0" indent="0" algn="l">
              <a:spcBef>
                <a:spcPts val="0"/>
              </a:spcBef>
              <a:buNone/>
              <a:defRPr sz="1200" b="1">
                <a:solidFill>
                  <a:schemeClr val="tx2"/>
                </a:solidFill>
              </a:defRPr>
            </a:lvl6pPr>
            <a:lvl7pPr marL="0" indent="0" algn="l">
              <a:spcBef>
                <a:spcPts val="0"/>
              </a:spcBef>
              <a:buNone/>
              <a:defRPr sz="1200" b="1">
                <a:solidFill>
                  <a:schemeClr val="tx2"/>
                </a:solidFill>
              </a:defRPr>
            </a:lvl7pPr>
            <a:lvl8pPr marL="0" indent="0" algn="l">
              <a:spcBef>
                <a:spcPts val="0"/>
              </a:spcBef>
              <a:buNone/>
              <a:defRPr sz="1200" b="1">
                <a:solidFill>
                  <a:schemeClr val="tx2"/>
                </a:solidFill>
              </a:defRPr>
            </a:lvl8pPr>
            <a:lvl9pPr marL="0" indent="0" algn="l">
              <a:spcBef>
                <a:spcPts val="0"/>
              </a:spcBef>
              <a:buNone/>
              <a:defRPr sz="1200" b="1">
                <a:solidFill>
                  <a:schemeClr val="tx2"/>
                </a:solidFill>
              </a:defRPr>
            </a:lvl9pPr>
          </a:lstStyle>
          <a:p>
            <a:r>
              <a:rPr lang="en-US"/>
              <a:t>[Presentation subtitle/description]</a:t>
            </a:r>
          </a:p>
        </p:txBody>
      </p:sp>
      <p:sp>
        <p:nvSpPr>
          <p:cNvPr id="33" name="Text Placeholder 3">
            <a:extLst>
              <a:ext uri="{FF2B5EF4-FFF2-40B4-BE49-F238E27FC236}">
                <a16:creationId xmlns:a16="http://schemas.microsoft.com/office/drawing/2014/main" id="{845FCD4C-F9C5-DECB-5274-6DEC95A50B53}"/>
              </a:ext>
            </a:extLst>
          </p:cNvPr>
          <p:cNvSpPr>
            <a:spLocks noGrp="1"/>
          </p:cNvSpPr>
          <p:nvPr>
            <p:ph type="body" sz="quarter" idx="10" hasCustomPrompt="1"/>
          </p:nvPr>
        </p:nvSpPr>
        <p:spPr>
          <a:xfrm>
            <a:off x="5212080" y="3784732"/>
            <a:ext cx="2131695" cy="457200"/>
          </a:xfrm>
        </p:spPr>
        <p:txBody>
          <a:bodyPr anchor="ctr" anchorCtr="0"/>
          <a:lstStyle>
            <a:lvl1pPr marL="0" indent="0" algn="ctr">
              <a:lnSpc>
                <a:spcPct val="80000"/>
              </a:lnSpc>
              <a:spcBef>
                <a:spcPts val="0"/>
              </a:spcBef>
              <a:buFontTx/>
              <a:buNone/>
              <a:defRPr sz="1400" b="1" cap="all" baseline="0">
                <a:solidFill>
                  <a:schemeClr val="tx2"/>
                </a:solidFill>
              </a:defRPr>
            </a:lvl1pPr>
            <a:lvl2pPr marL="0" indent="0" algn="ctr">
              <a:lnSpc>
                <a:spcPct val="80000"/>
              </a:lnSpc>
              <a:spcBef>
                <a:spcPts val="0"/>
              </a:spcBef>
              <a:buFontTx/>
              <a:buNone/>
              <a:defRPr sz="1400" b="1" cap="all" baseline="0">
                <a:solidFill>
                  <a:schemeClr val="tx2"/>
                </a:solidFill>
              </a:defRPr>
            </a:lvl2pPr>
            <a:lvl3pPr marL="0" indent="0" algn="ctr">
              <a:lnSpc>
                <a:spcPct val="80000"/>
              </a:lnSpc>
              <a:spcBef>
                <a:spcPts val="0"/>
              </a:spcBef>
              <a:buFontTx/>
              <a:buNone/>
              <a:defRPr sz="1400" b="1" cap="all" baseline="0">
                <a:solidFill>
                  <a:schemeClr val="tx2"/>
                </a:solidFill>
              </a:defRPr>
            </a:lvl3pPr>
            <a:lvl4pPr marL="0" indent="0" algn="ctr">
              <a:lnSpc>
                <a:spcPct val="80000"/>
              </a:lnSpc>
              <a:spcBef>
                <a:spcPts val="0"/>
              </a:spcBef>
              <a:buFontTx/>
              <a:buNone/>
              <a:defRPr sz="1400" b="1" cap="all" baseline="0">
                <a:solidFill>
                  <a:schemeClr val="tx2"/>
                </a:solidFill>
              </a:defRPr>
            </a:lvl4pPr>
            <a:lvl5pPr marL="0" indent="0" algn="ctr">
              <a:lnSpc>
                <a:spcPct val="80000"/>
              </a:lnSpc>
              <a:spcBef>
                <a:spcPts val="0"/>
              </a:spcBef>
              <a:buFontTx/>
              <a:buNone/>
              <a:defRPr sz="1400" b="1" cap="all" baseline="0">
                <a:solidFill>
                  <a:schemeClr val="tx2"/>
                </a:solidFill>
              </a:defRPr>
            </a:lvl5pPr>
            <a:lvl6pPr marL="0" indent="0" algn="ctr">
              <a:lnSpc>
                <a:spcPct val="80000"/>
              </a:lnSpc>
              <a:spcBef>
                <a:spcPts val="0"/>
              </a:spcBef>
              <a:buFontTx/>
              <a:buNone/>
              <a:defRPr sz="1400" b="1" cap="all" baseline="0">
                <a:solidFill>
                  <a:schemeClr val="tx2"/>
                </a:solidFill>
              </a:defRPr>
            </a:lvl6pPr>
            <a:lvl7pPr marL="0" indent="0" algn="ctr">
              <a:lnSpc>
                <a:spcPct val="80000"/>
              </a:lnSpc>
              <a:spcBef>
                <a:spcPts val="0"/>
              </a:spcBef>
              <a:buFontTx/>
              <a:buNone/>
              <a:defRPr sz="1400" b="1" cap="all" baseline="0">
                <a:solidFill>
                  <a:schemeClr val="tx2"/>
                </a:solidFill>
              </a:defRPr>
            </a:lvl7pPr>
            <a:lvl8pPr marL="0" indent="0" algn="ctr">
              <a:lnSpc>
                <a:spcPct val="80000"/>
              </a:lnSpc>
              <a:spcBef>
                <a:spcPts val="0"/>
              </a:spcBef>
              <a:buFontTx/>
              <a:buNone/>
              <a:defRPr sz="1400" b="1" cap="all" baseline="0">
                <a:solidFill>
                  <a:schemeClr val="tx2"/>
                </a:solidFill>
              </a:defRPr>
            </a:lvl8pPr>
            <a:lvl9pPr marL="0" indent="0" algn="ctr">
              <a:lnSpc>
                <a:spcPct val="80000"/>
              </a:lnSpc>
              <a:spcBef>
                <a:spcPts val="0"/>
              </a:spcBef>
              <a:buFontTx/>
              <a:buNone/>
              <a:defRPr sz="1400" b="1" cap="all" baseline="0">
                <a:solidFill>
                  <a:schemeClr val="tx2"/>
                </a:solidFill>
              </a:defRPr>
            </a:lvl9pPr>
          </a:lstStyle>
          <a:p>
            <a:pPr lvl="0"/>
            <a:r>
              <a:rPr lang="en-US"/>
              <a:t>[00 Month 0000]</a:t>
            </a:r>
          </a:p>
        </p:txBody>
      </p:sp>
      <p:sp>
        <p:nvSpPr>
          <p:cNvPr id="2" name="Rectangle 1">
            <a:extLst>
              <a:ext uri="{FF2B5EF4-FFF2-40B4-BE49-F238E27FC236}">
                <a16:creationId xmlns:a16="http://schemas.microsoft.com/office/drawing/2014/main" id="{410D24ED-E5F8-CA86-25F1-78110A690DC5}"/>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3" name="Rectangle 15">
            <a:extLst>
              <a:ext uri="{FF2B5EF4-FFF2-40B4-BE49-F238E27FC236}">
                <a16:creationId xmlns:a16="http://schemas.microsoft.com/office/drawing/2014/main" id="{5F51F9D9-5896-27C6-545B-841C41CB76F2}"/>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 / GENERAL</a:t>
            </a:r>
          </a:p>
        </p:txBody>
      </p:sp>
    </p:spTree>
    <p:extLst>
      <p:ext uri="{BB962C8B-B14F-4D97-AF65-F5344CB8AC3E}">
        <p14:creationId xmlns:p14="http://schemas.microsoft.com/office/powerpoint/2010/main" val="36397796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White">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D1B5714-1C67-5305-161F-BB8ABA64529E}"/>
              </a:ext>
            </a:extLst>
          </p:cNvPr>
          <p:cNvSpPr>
            <a:spLocks noGrp="1"/>
          </p:cNvSpPr>
          <p:nvPr>
            <p:ph type="dt" sz="half" idx="11"/>
          </p:nvPr>
        </p:nvSpPr>
        <p:spPr/>
        <p:txBody>
          <a:bodyPr/>
          <a:lstStyle/>
          <a:p>
            <a:fld id="{6DDC931E-8CBE-4A3F-A034-9B6122C6DCDB}" type="datetime3">
              <a:rPr lang="en-US" smtClean="0"/>
              <a:t>8 June 2026</a:t>
            </a:fld>
            <a:endParaRPr lang="en-US"/>
          </a:p>
        </p:txBody>
      </p:sp>
      <p:sp>
        <p:nvSpPr>
          <p:cNvPr id="7" name="Slide Number Placeholder 6">
            <a:extLst>
              <a:ext uri="{FF2B5EF4-FFF2-40B4-BE49-F238E27FC236}">
                <a16:creationId xmlns:a16="http://schemas.microsoft.com/office/drawing/2014/main" id="{BC66A96F-567A-34EC-DC2C-66C406228A96}"/>
              </a:ext>
            </a:extLst>
          </p:cNvPr>
          <p:cNvSpPr>
            <a:spLocks noGrp="1"/>
          </p:cNvSpPr>
          <p:nvPr>
            <p:ph type="sldNum" sz="quarter" idx="12"/>
          </p:nvPr>
        </p:nvSpPr>
        <p:spPr/>
        <p:txBody>
          <a:bodyPr/>
          <a:lstStyle/>
          <a:p>
            <a:fld id="{64E5BE4B-2FBF-4174-9E62-85FAD1CB43A6}" type="slidenum">
              <a:rPr lang="en-US" smtClean="0"/>
              <a:pPr/>
              <a:t>‹#›</a:t>
            </a:fld>
            <a:endParaRPr lang="en-US"/>
          </a:p>
        </p:txBody>
      </p:sp>
      <p:pic>
        <p:nvPicPr>
          <p:cNvPr id="8" name="U.S. Army" descr="U.S. Army">
            <a:extLst>
              <a:ext uri="{FF2B5EF4-FFF2-40B4-BE49-F238E27FC236}">
                <a16:creationId xmlns:a16="http://schemas.microsoft.com/office/drawing/2014/main" id="{C4525471-71C4-E84C-06B5-CF4BA10994C2}"/>
              </a:ext>
            </a:extLst>
          </p:cNvPr>
          <p:cNvPicPr>
            <a:picLocks noChangeAspect="1"/>
          </p:cNvPicPr>
          <p:nvPr userDrawn="1"/>
        </p:nvPicPr>
        <p:blipFill>
          <a:blip r:embed="rId2"/>
          <a:stretch>
            <a:fillRect/>
          </a:stretch>
        </p:blipFill>
        <p:spPr bwMode="black">
          <a:xfrm>
            <a:off x="180891" y="104975"/>
            <a:ext cx="3246120" cy="1225808"/>
          </a:xfrm>
          <a:prstGeom prst="rect">
            <a:avLst/>
          </a:prstGeom>
          <a:noFill/>
        </p:spPr>
      </p:pic>
      <p:sp>
        <p:nvSpPr>
          <p:cNvPr id="9" name="Text Placeholder 30">
            <a:extLst>
              <a:ext uri="{FF2B5EF4-FFF2-40B4-BE49-F238E27FC236}">
                <a16:creationId xmlns:a16="http://schemas.microsoft.com/office/drawing/2014/main" id="{00EB67EC-5954-991C-39BB-6509621390EB}"/>
              </a:ext>
            </a:extLst>
          </p:cNvPr>
          <p:cNvSpPr>
            <a:spLocks noGrp="1"/>
          </p:cNvSpPr>
          <p:nvPr>
            <p:ph type="body" sz="quarter" idx="39" hasCustomPrompt="1"/>
          </p:nvPr>
        </p:nvSpPr>
        <p:spPr>
          <a:xfrm>
            <a:off x="547688" y="5133531"/>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13" name="Text Placeholder 30">
            <a:extLst>
              <a:ext uri="{FF2B5EF4-FFF2-40B4-BE49-F238E27FC236}">
                <a16:creationId xmlns:a16="http://schemas.microsoft.com/office/drawing/2014/main" id="{E6059881-3615-6A80-014A-12F5EBBBE25A}"/>
              </a:ext>
            </a:extLst>
          </p:cNvPr>
          <p:cNvSpPr>
            <a:spLocks noGrp="1"/>
          </p:cNvSpPr>
          <p:nvPr>
            <p:ph type="body" sz="quarter" idx="40" hasCustomPrompt="1"/>
          </p:nvPr>
        </p:nvSpPr>
        <p:spPr>
          <a:xfrm>
            <a:off x="547688" y="4952739"/>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14" name="Text Placeholder 30">
            <a:extLst>
              <a:ext uri="{FF2B5EF4-FFF2-40B4-BE49-F238E27FC236}">
                <a16:creationId xmlns:a16="http://schemas.microsoft.com/office/drawing/2014/main" id="{E2D99AAA-01B9-ED71-F90F-711F200233EB}"/>
              </a:ext>
            </a:extLst>
          </p:cNvPr>
          <p:cNvSpPr>
            <a:spLocks noGrp="1"/>
          </p:cNvSpPr>
          <p:nvPr>
            <p:ph type="body" sz="quarter" idx="41" hasCustomPrompt="1"/>
          </p:nvPr>
        </p:nvSpPr>
        <p:spPr>
          <a:xfrm>
            <a:off x="547688" y="5314323"/>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CUI Category: </a:t>
            </a:r>
          </a:p>
        </p:txBody>
      </p:sp>
      <p:sp>
        <p:nvSpPr>
          <p:cNvPr id="16" name="Text Placeholder 30">
            <a:extLst>
              <a:ext uri="{FF2B5EF4-FFF2-40B4-BE49-F238E27FC236}">
                <a16:creationId xmlns:a16="http://schemas.microsoft.com/office/drawing/2014/main" id="{AA78AC6A-4B5E-2F9D-94D1-897336CBC5FD}"/>
              </a:ext>
            </a:extLst>
          </p:cNvPr>
          <p:cNvSpPr>
            <a:spLocks noGrp="1"/>
          </p:cNvSpPr>
          <p:nvPr>
            <p:ph type="body" sz="quarter" idx="42" hasCustomPrompt="1"/>
          </p:nvPr>
        </p:nvSpPr>
        <p:spPr>
          <a:xfrm>
            <a:off x="547688" y="5495115"/>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Distribution Statement: </a:t>
            </a:r>
          </a:p>
        </p:txBody>
      </p:sp>
      <p:sp>
        <p:nvSpPr>
          <p:cNvPr id="17" name="Text Placeholder 30">
            <a:extLst>
              <a:ext uri="{FF2B5EF4-FFF2-40B4-BE49-F238E27FC236}">
                <a16:creationId xmlns:a16="http://schemas.microsoft.com/office/drawing/2014/main" id="{E909E494-A135-FCDC-B270-D6B7047A3B14}"/>
              </a:ext>
            </a:extLst>
          </p:cNvPr>
          <p:cNvSpPr>
            <a:spLocks noGrp="1"/>
          </p:cNvSpPr>
          <p:nvPr>
            <p:ph type="body" sz="quarter" idx="43" hasCustomPrompt="1"/>
          </p:nvPr>
        </p:nvSpPr>
        <p:spPr>
          <a:xfrm>
            <a:off x="547688" y="5675907"/>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POC: </a:t>
            </a:r>
          </a:p>
        </p:txBody>
      </p:sp>
      <p:sp>
        <p:nvSpPr>
          <p:cNvPr id="18" name="Text Placeholder 30">
            <a:extLst>
              <a:ext uri="{FF2B5EF4-FFF2-40B4-BE49-F238E27FC236}">
                <a16:creationId xmlns:a16="http://schemas.microsoft.com/office/drawing/2014/main" id="{99D08674-52BB-F86B-32DC-93D0F45597F7}"/>
              </a:ext>
            </a:extLst>
          </p:cNvPr>
          <p:cNvSpPr>
            <a:spLocks noGrp="1"/>
          </p:cNvSpPr>
          <p:nvPr>
            <p:ph type="body" sz="quarter" idx="44"/>
          </p:nvPr>
        </p:nvSpPr>
        <p:spPr>
          <a:xfrm>
            <a:off x="1981201" y="5133531"/>
            <a:ext cx="3124935"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19" name="Text Placeholder 30">
            <a:extLst>
              <a:ext uri="{FF2B5EF4-FFF2-40B4-BE49-F238E27FC236}">
                <a16:creationId xmlns:a16="http://schemas.microsoft.com/office/drawing/2014/main" id="{75B8A948-14E8-9F98-4694-85A4D577B42A}"/>
              </a:ext>
            </a:extLst>
          </p:cNvPr>
          <p:cNvSpPr>
            <a:spLocks noGrp="1"/>
          </p:cNvSpPr>
          <p:nvPr>
            <p:ph type="body" sz="quarter" idx="45"/>
          </p:nvPr>
        </p:nvSpPr>
        <p:spPr>
          <a:xfrm>
            <a:off x="1981201" y="4952739"/>
            <a:ext cx="3124935"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20" name="Text Placeholder 30">
            <a:extLst>
              <a:ext uri="{FF2B5EF4-FFF2-40B4-BE49-F238E27FC236}">
                <a16:creationId xmlns:a16="http://schemas.microsoft.com/office/drawing/2014/main" id="{8594BC0E-E83A-A7AB-AD3C-A280B5A706D3}"/>
              </a:ext>
            </a:extLst>
          </p:cNvPr>
          <p:cNvSpPr>
            <a:spLocks noGrp="1"/>
          </p:cNvSpPr>
          <p:nvPr>
            <p:ph type="body" sz="quarter" idx="46"/>
          </p:nvPr>
        </p:nvSpPr>
        <p:spPr>
          <a:xfrm>
            <a:off x="1981201" y="5314323"/>
            <a:ext cx="3124935"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21" name="Text Placeholder 30">
            <a:extLst>
              <a:ext uri="{FF2B5EF4-FFF2-40B4-BE49-F238E27FC236}">
                <a16:creationId xmlns:a16="http://schemas.microsoft.com/office/drawing/2014/main" id="{45C25EBB-0808-3B97-D5EC-84FE1867AB1B}"/>
              </a:ext>
            </a:extLst>
          </p:cNvPr>
          <p:cNvSpPr>
            <a:spLocks noGrp="1"/>
          </p:cNvSpPr>
          <p:nvPr>
            <p:ph type="body" sz="quarter" idx="47"/>
          </p:nvPr>
        </p:nvSpPr>
        <p:spPr>
          <a:xfrm>
            <a:off x="1981201" y="5495115"/>
            <a:ext cx="3124935"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31" name="Text Placeholder 30">
            <a:extLst>
              <a:ext uri="{FF2B5EF4-FFF2-40B4-BE49-F238E27FC236}">
                <a16:creationId xmlns:a16="http://schemas.microsoft.com/office/drawing/2014/main" id="{1EEF3E66-AAEE-1C6B-9049-032018F0EF1A}"/>
              </a:ext>
            </a:extLst>
          </p:cNvPr>
          <p:cNvSpPr>
            <a:spLocks noGrp="1"/>
          </p:cNvSpPr>
          <p:nvPr>
            <p:ph type="body" sz="quarter" idx="48"/>
          </p:nvPr>
        </p:nvSpPr>
        <p:spPr>
          <a:xfrm>
            <a:off x="1981201" y="5675907"/>
            <a:ext cx="3124935"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grpSp>
        <p:nvGrpSpPr>
          <p:cNvPr id="48" name="Group">
            <a:extLst>
              <a:ext uri="{FF2B5EF4-FFF2-40B4-BE49-F238E27FC236}">
                <a16:creationId xmlns:a16="http://schemas.microsoft.com/office/drawing/2014/main" id="{1D6D8113-2B65-BAC0-DBC2-601012CF0173}"/>
              </a:ext>
              <a:ext uri="{C183D7F6-B498-43B3-948B-1728B52AA6E4}">
                <adec:decorative xmlns:adec="http://schemas.microsoft.com/office/drawing/2017/decorative" val="1"/>
              </a:ext>
            </a:extLst>
          </p:cNvPr>
          <p:cNvGrpSpPr/>
          <p:nvPr userDrawn="1"/>
        </p:nvGrpSpPr>
        <p:grpSpPr>
          <a:xfrm>
            <a:off x="548219" y="1974220"/>
            <a:ext cx="7173383" cy="2377440"/>
            <a:chOff x="411163" y="2240280"/>
            <a:chExt cx="6446837" cy="2377440"/>
          </a:xfrm>
        </p:grpSpPr>
        <p:sp>
          <p:nvSpPr>
            <p:cNvPr id="49" name="Rectangle">
              <a:extLst>
                <a:ext uri="{FF2B5EF4-FFF2-40B4-BE49-F238E27FC236}">
                  <a16:creationId xmlns:a16="http://schemas.microsoft.com/office/drawing/2014/main" id="{7528BC0B-D239-46B3-8ED2-9B82FDC07FCC}"/>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221F20"/>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600"/>
            </a:p>
          </p:txBody>
        </p:sp>
        <p:cxnSp>
          <p:nvCxnSpPr>
            <p:cNvPr id="50" name="Line">
              <a:extLst>
                <a:ext uri="{FF2B5EF4-FFF2-40B4-BE49-F238E27FC236}">
                  <a16:creationId xmlns:a16="http://schemas.microsoft.com/office/drawing/2014/main" id="{435BD1FC-4390-71A4-34EE-951EFF0886B1}"/>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221F20"/>
              </a:solidFill>
              <a:miter lim="800000"/>
            </a:ln>
          </p:spPr>
          <p:style>
            <a:lnRef idx="1">
              <a:schemeClr val="accent1"/>
            </a:lnRef>
            <a:fillRef idx="0">
              <a:schemeClr val="accent1"/>
            </a:fillRef>
            <a:effectRef idx="0">
              <a:srgbClr val="000000"/>
            </a:effectRef>
            <a:fontRef idx="minor">
              <a:schemeClr val="lt1"/>
            </a:fontRef>
          </p:style>
        </p:cxnSp>
        <p:cxnSp>
          <p:nvCxnSpPr>
            <p:cNvPr id="51" name="Line">
              <a:extLst>
                <a:ext uri="{FF2B5EF4-FFF2-40B4-BE49-F238E27FC236}">
                  <a16:creationId xmlns:a16="http://schemas.microsoft.com/office/drawing/2014/main" id="{F4A81146-41CE-E3FA-3A50-29CA5D91DB4F}"/>
                </a:ext>
                <a:ext uri="{C183D7F6-B498-43B3-948B-1728B52AA6E4}">
                  <adec:decorative xmlns:adec="http://schemas.microsoft.com/office/drawing/2017/decorative" val="1"/>
                </a:ext>
              </a:extLst>
            </p:cNvPr>
            <p:cNvCxnSpPr>
              <a:cxnSpLocks/>
            </p:cNvCxnSpPr>
            <p:nvPr userDrawn="1"/>
          </p:nvCxnSpPr>
          <p:spPr>
            <a:xfrm>
              <a:off x="4272796" y="3931920"/>
              <a:ext cx="0" cy="685800"/>
            </a:xfrm>
            <a:prstGeom prst="line">
              <a:avLst/>
            </a:prstGeom>
            <a:ln w="19050" cap="flat">
              <a:solidFill>
                <a:srgbClr val="221F20"/>
              </a:solidFill>
              <a:miter lim="800000"/>
            </a:ln>
          </p:spPr>
          <p:style>
            <a:lnRef idx="1">
              <a:schemeClr val="accent1"/>
            </a:lnRef>
            <a:fillRef idx="0">
              <a:schemeClr val="accent1"/>
            </a:fillRef>
            <a:effectRef idx="0">
              <a:srgbClr val="000000"/>
            </a:effectRef>
            <a:fontRef idx="minor">
              <a:schemeClr val="lt1"/>
            </a:fontRef>
          </p:style>
        </p:cxnSp>
      </p:grpSp>
      <p:sp>
        <p:nvSpPr>
          <p:cNvPr id="52" name="Title 1">
            <a:extLst>
              <a:ext uri="{FF2B5EF4-FFF2-40B4-BE49-F238E27FC236}">
                <a16:creationId xmlns:a16="http://schemas.microsoft.com/office/drawing/2014/main" id="{34261743-5C6B-193D-74C7-FC918BD33CB3}"/>
              </a:ext>
            </a:extLst>
          </p:cNvPr>
          <p:cNvSpPr>
            <a:spLocks noGrp="1"/>
          </p:cNvSpPr>
          <p:nvPr>
            <p:ph type="ctrTitle" hasCustomPrompt="1"/>
          </p:nvPr>
        </p:nvSpPr>
        <p:spPr>
          <a:xfrm>
            <a:off x="914401" y="2202820"/>
            <a:ext cx="6429375" cy="1325880"/>
          </a:xfrm>
        </p:spPr>
        <p:txBody>
          <a:bodyPr anchor="t" anchorCtr="0"/>
          <a:lstStyle>
            <a:lvl1pPr algn="l">
              <a:lnSpc>
                <a:spcPct val="80000"/>
              </a:lnSpc>
              <a:defRPr sz="3600"/>
            </a:lvl1pPr>
          </a:lstStyle>
          <a:p>
            <a:r>
              <a:rPr lang="en-US"/>
              <a:t>Presentation title</a:t>
            </a:r>
            <a:br>
              <a:rPr lang="en-US"/>
            </a:br>
            <a:r>
              <a:rPr lang="en-US"/>
              <a:t>PRESENTATION TITLE</a:t>
            </a:r>
            <a:br>
              <a:rPr lang="en-US"/>
            </a:br>
            <a:r>
              <a:rPr lang="en-US"/>
              <a:t>THREE LINES MAX</a:t>
            </a:r>
          </a:p>
        </p:txBody>
      </p:sp>
      <p:sp>
        <p:nvSpPr>
          <p:cNvPr id="53" name="Subtitle 2">
            <a:extLst>
              <a:ext uri="{FF2B5EF4-FFF2-40B4-BE49-F238E27FC236}">
                <a16:creationId xmlns:a16="http://schemas.microsoft.com/office/drawing/2014/main" id="{09DA0322-2B5C-8F10-EE8B-1FE75C5A5BFA}"/>
              </a:ext>
            </a:extLst>
          </p:cNvPr>
          <p:cNvSpPr>
            <a:spLocks noGrp="1"/>
          </p:cNvSpPr>
          <p:nvPr>
            <p:ph type="subTitle" idx="1" hasCustomPrompt="1"/>
          </p:nvPr>
        </p:nvSpPr>
        <p:spPr>
          <a:xfrm>
            <a:off x="914400" y="3784732"/>
            <a:ext cx="3565525" cy="457200"/>
          </a:xfrm>
        </p:spPr>
        <p:txBody>
          <a:bodyPr anchor="ctr" anchorCtr="0"/>
          <a:lstStyle>
            <a:lvl1pPr marL="0" indent="0" algn="l">
              <a:spcBef>
                <a:spcPts val="0"/>
              </a:spcBef>
              <a:buNone/>
              <a:defRPr sz="1200" b="1">
                <a:solidFill>
                  <a:schemeClr val="tx2"/>
                </a:solidFill>
              </a:defRPr>
            </a:lvl1pPr>
            <a:lvl2pPr marL="0" indent="0" algn="l">
              <a:spcBef>
                <a:spcPts val="0"/>
              </a:spcBef>
              <a:buNone/>
              <a:defRPr sz="1200" b="1">
                <a:solidFill>
                  <a:schemeClr val="tx2"/>
                </a:solidFill>
              </a:defRPr>
            </a:lvl2pPr>
            <a:lvl3pPr marL="0" indent="0" algn="l">
              <a:spcBef>
                <a:spcPts val="0"/>
              </a:spcBef>
              <a:buNone/>
              <a:defRPr sz="1200" b="1">
                <a:solidFill>
                  <a:schemeClr val="tx2"/>
                </a:solidFill>
              </a:defRPr>
            </a:lvl3pPr>
            <a:lvl4pPr marL="0" indent="0" algn="l">
              <a:spcBef>
                <a:spcPts val="0"/>
              </a:spcBef>
              <a:buNone/>
              <a:defRPr sz="1200" b="1">
                <a:solidFill>
                  <a:schemeClr val="tx2"/>
                </a:solidFill>
              </a:defRPr>
            </a:lvl4pPr>
            <a:lvl5pPr marL="0" indent="0" algn="l">
              <a:spcBef>
                <a:spcPts val="0"/>
              </a:spcBef>
              <a:buNone/>
              <a:defRPr sz="1200" b="1">
                <a:solidFill>
                  <a:schemeClr val="tx2"/>
                </a:solidFill>
              </a:defRPr>
            </a:lvl5pPr>
            <a:lvl6pPr marL="0" indent="0" algn="l">
              <a:spcBef>
                <a:spcPts val="0"/>
              </a:spcBef>
              <a:buNone/>
              <a:defRPr sz="1200" b="1">
                <a:solidFill>
                  <a:schemeClr val="tx2"/>
                </a:solidFill>
              </a:defRPr>
            </a:lvl6pPr>
            <a:lvl7pPr marL="0" indent="0" algn="l">
              <a:spcBef>
                <a:spcPts val="0"/>
              </a:spcBef>
              <a:buNone/>
              <a:defRPr sz="1200" b="1">
                <a:solidFill>
                  <a:schemeClr val="tx2"/>
                </a:solidFill>
              </a:defRPr>
            </a:lvl7pPr>
            <a:lvl8pPr marL="0" indent="0" algn="l">
              <a:spcBef>
                <a:spcPts val="0"/>
              </a:spcBef>
              <a:buNone/>
              <a:defRPr sz="1200" b="1">
                <a:solidFill>
                  <a:schemeClr val="tx2"/>
                </a:solidFill>
              </a:defRPr>
            </a:lvl8pPr>
            <a:lvl9pPr marL="0" indent="0" algn="l">
              <a:spcBef>
                <a:spcPts val="0"/>
              </a:spcBef>
              <a:buNone/>
              <a:defRPr sz="1200" b="1">
                <a:solidFill>
                  <a:schemeClr val="tx2"/>
                </a:solidFill>
              </a:defRPr>
            </a:lvl9pPr>
          </a:lstStyle>
          <a:p>
            <a:r>
              <a:rPr lang="en-US"/>
              <a:t>[Presentation subtitle/description]</a:t>
            </a:r>
          </a:p>
        </p:txBody>
      </p:sp>
      <p:sp>
        <p:nvSpPr>
          <p:cNvPr id="54" name="Text Placeholder 3">
            <a:extLst>
              <a:ext uri="{FF2B5EF4-FFF2-40B4-BE49-F238E27FC236}">
                <a16:creationId xmlns:a16="http://schemas.microsoft.com/office/drawing/2014/main" id="{76359DCF-E748-9D74-A7A5-1B8C52B3E366}"/>
              </a:ext>
            </a:extLst>
          </p:cNvPr>
          <p:cNvSpPr>
            <a:spLocks noGrp="1"/>
          </p:cNvSpPr>
          <p:nvPr>
            <p:ph type="body" sz="quarter" idx="10" hasCustomPrompt="1"/>
          </p:nvPr>
        </p:nvSpPr>
        <p:spPr>
          <a:xfrm>
            <a:off x="5212080" y="3784732"/>
            <a:ext cx="2131695" cy="457200"/>
          </a:xfrm>
        </p:spPr>
        <p:txBody>
          <a:bodyPr anchor="ctr" anchorCtr="0"/>
          <a:lstStyle>
            <a:lvl1pPr marL="0" indent="0" algn="ctr">
              <a:lnSpc>
                <a:spcPct val="80000"/>
              </a:lnSpc>
              <a:spcBef>
                <a:spcPts val="0"/>
              </a:spcBef>
              <a:buFontTx/>
              <a:buNone/>
              <a:defRPr sz="1400" b="1" cap="all" baseline="0">
                <a:solidFill>
                  <a:schemeClr val="tx2"/>
                </a:solidFill>
              </a:defRPr>
            </a:lvl1pPr>
            <a:lvl2pPr marL="0" indent="0" algn="ctr">
              <a:lnSpc>
                <a:spcPct val="80000"/>
              </a:lnSpc>
              <a:spcBef>
                <a:spcPts val="0"/>
              </a:spcBef>
              <a:buFontTx/>
              <a:buNone/>
              <a:defRPr sz="1400" b="1" cap="all" baseline="0">
                <a:solidFill>
                  <a:schemeClr val="tx2"/>
                </a:solidFill>
              </a:defRPr>
            </a:lvl2pPr>
            <a:lvl3pPr marL="0" indent="0" algn="ctr">
              <a:lnSpc>
                <a:spcPct val="80000"/>
              </a:lnSpc>
              <a:spcBef>
                <a:spcPts val="0"/>
              </a:spcBef>
              <a:buFontTx/>
              <a:buNone/>
              <a:defRPr sz="1400" b="1" cap="all" baseline="0">
                <a:solidFill>
                  <a:schemeClr val="tx2"/>
                </a:solidFill>
              </a:defRPr>
            </a:lvl3pPr>
            <a:lvl4pPr marL="0" indent="0" algn="ctr">
              <a:lnSpc>
                <a:spcPct val="80000"/>
              </a:lnSpc>
              <a:spcBef>
                <a:spcPts val="0"/>
              </a:spcBef>
              <a:buFontTx/>
              <a:buNone/>
              <a:defRPr sz="1400" b="1" cap="all" baseline="0">
                <a:solidFill>
                  <a:schemeClr val="tx2"/>
                </a:solidFill>
              </a:defRPr>
            </a:lvl4pPr>
            <a:lvl5pPr marL="0" indent="0" algn="ctr">
              <a:lnSpc>
                <a:spcPct val="80000"/>
              </a:lnSpc>
              <a:spcBef>
                <a:spcPts val="0"/>
              </a:spcBef>
              <a:buFontTx/>
              <a:buNone/>
              <a:defRPr sz="1400" b="1" cap="all" baseline="0">
                <a:solidFill>
                  <a:schemeClr val="tx2"/>
                </a:solidFill>
              </a:defRPr>
            </a:lvl5pPr>
            <a:lvl6pPr marL="0" indent="0" algn="ctr">
              <a:lnSpc>
                <a:spcPct val="80000"/>
              </a:lnSpc>
              <a:spcBef>
                <a:spcPts val="0"/>
              </a:spcBef>
              <a:buFontTx/>
              <a:buNone/>
              <a:defRPr sz="1400" b="1" cap="all" baseline="0">
                <a:solidFill>
                  <a:schemeClr val="tx2"/>
                </a:solidFill>
              </a:defRPr>
            </a:lvl6pPr>
            <a:lvl7pPr marL="0" indent="0" algn="ctr">
              <a:lnSpc>
                <a:spcPct val="80000"/>
              </a:lnSpc>
              <a:spcBef>
                <a:spcPts val="0"/>
              </a:spcBef>
              <a:buFontTx/>
              <a:buNone/>
              <a:defRPr sz="1400" b="1" cap="all" baseline="0">
                <a:solidFill>
                  <a:schemeClr val="tx2"/>
                </a:solidFill>
              </a:defRPr>
            </a:lvl7pPr>
            <a:lvl8pPr marL="0" indent="0" algn="ctr">
              <a:lnSpc>
                <a:spcPct val="80000"/>
              </a:lnSpc>
              <a:spcBef>
                <a:spcPts val="0"/>
              </a:spcBef>
              <a:buFontTx/>
              <a:buNone/>
              <a:defRPr sz="1400" b="1" cap="all" baseline="0">
                <a:solidFill>
                  <a:schemeClr val="tx2"/>
                </a:solidFill>
              </a:defRPr>
            </a:lvl8pPr>
            <a:lvl9pPr marL="0" indent="0" algn="ctr">
              <a:lnSpc>
                <a:spcPct val="80000"/>
              </a:lnSpc>
              <a:spcBef>
                <a:spcPts val="0"/>
              </a:spcBef>
              <a:buFontTx/>
              <a:buNone/>
              <a:defRPr sz="1400" b="1" cap="all" baseline="0">
                <a:solidFill>
                  <a:schemeClr val="tx2"/>
                </a:solidFill>
              </a:defRPr>
            </a:lvl9pPr>
          </a:lstStyle>
          <a:p>
            <a:pPr lvl="0"/>
            <a:r>
              <a:rPr lang="en-US"/>
              <a:t>[00 Month 0000]</a:t>
            </a:r>
          </a:p>
        </p:txBody>
      </p:sp>
    </p:spTree>
    <p:extLst>
      <p:ext uri="{BB962C8B-B14F-4D97-AF65-F5344CB8AC3E}">
        <p14:creationId xmlns:p14="http://schemas.microsoft.com/office/powerpoint/2010/main" val="4054693763"/>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0" name="Date Placeholder 19">
            <a:extLst>
              <a:ext uri="{FF2B5EF4-FFF2-40B4-BE49-F238E27FC236}">
                <a16:creationId xmlns:a16="http://schemas.microsoft.com/office/drawing/2014/main" id="{F9D3AB9C-26E9-8E88-3B55-B4A5EC7C31F2}"/>
              </a:ext>
            </a:extLst>
          </p:cNvPr>
          <p:cNvSpPr>
            <a:spLocks noGrp="1"/>
          </p:cNvSpPr>
          <p:nvPr>
            <p:ph type="dt" sz="half" idx="49"/>
          </p:nvPr>
        </p:nvSpPr>
        <p:spPr/>
        <p:txBody>
          <a:bodyPr/>
          <a:lstStyle/>
          <a:p>
            <a:fld id="{D41656AB-D2E1-472E-8B95-0DF5C6E1D623}" type="datetime3">
              <a:rPr lang="en-US" smtClean="0"/>
              <a:t>8 June 2026</a:t>
            </a:fld>
            <a:endParaRPr lang="en-US"/>
          </a:p>
        </p:txBody>
      </p:sp>
      <p:sp>
        <p:nvSpPr>
          <p:cNvPr id="21" name="Slide Number Placeholder 20">
            <a:extLst>
              <a:ext uri="{FF2B5EF4-FFF2-40B4-BE49-F238E27FC236}">
                <a16:creationId xmlns:a16="http://schemas.microsoft.com/office/drawing/2014/main" id="{CF1316F0-9F13-53EA-1597-09232B2FF1AB}"/>
              </a:ext>
            </a:extLst>
          </p:cNvPr>
          <p:cNvSpPr>
            <a:spLocks noGrp="1"/>
          </p:cNvSpPr>
          <p:nvPr>
            <p:ph type="sldNum" sz="quarter" idx="50"/>
          </p:nvPr>
        </p:nvSpPr>
        <p:spPr/>
        <p:txBody>
          <a:bodyPr/>
          <a:lstStyle/>
          <a:p>
            <a:fld id="{64E5BE4B-2FBF-4174-9E62-85FAD1CB43A6}" type="slidenum">
              <a:rPr lang="en-US" smtClean="0"/>
              <a:pPr/>
              <a:t>‹#›</a:t>
            </a:fld>
            <a:endParaRPr lang="en-US"/>
          </a:p>
        </p:txBody>
      </p:sp>
      <p:pic>
        <p:nvPicPr>
          <p:cNvPr id="5" name="U.S. Army" descr="U.S. Army">
            <a:extLst>
              <a:ext uri="{FF2B5EF4-FFF2-40B4-BE49-F238E27FC236}">
                <a16:creationId xmlns:a16="http://schemas.microsoft.com/office/drawing/2014/main" id="{499EE878-E6B9-0543-B958-85A17AE36A27}"/>
              </a:ext>
            </a:extLst>
          </p:cNvPr>
          <p:cNvPicPr>
            <a:picLocks noChangeAspect="1"/>
          </p:cNvPicPr>
          <p:nvPr userDrawn="1"/>
        </p:nvPicPr>
        <p:blipFill>
          <a:blip r:embed="rId3"/>
          <a:stretch>
            <a:fillRect/>
          </a:stretch>
        </p:blipFill>
        <p:spPr bwMode="black">
          <a:xfrm>
            <a:off x="244899" y="112631"/>
            <a:ext cx="3246120" cy="1225808"/>
          </a:xfrm>
          <a:prstGeom prst="rect">
            <a:avLst/>
          </a:prstGeom>
        </p:spPr>
      </p:pic>
      <p:sp>
        <p:nvSpPr>
          <p:cNvPr id="8" name="Text Placeholder 30">
            <a:extLst>
              <a:ext uri="{FF2B5EF4-FFF2-40B4-BE49-F238E27FC236}">
                <a16:creationId xmlns:a16="http://schemas.microsoft.com/office/drawing/2014/main" id="{96CD17E6-26AB-FBB2-220C-D5185212C519}"/>
              </a:ext>
            </a:extLst>
          </p:cNvPr>
          <p:cNvSpPr>
            <a:spLocks noGrp="1"/>
          </p:cNvSpPr>
          <p:nvPr>
            <p:ph type="body" sz="quarter" idx="39" hasCustomPrompt="1"/>
          </p:nvPr>
        </p:nvSpPr>
        <p:spPr>
          <a:xfrm>
            <a:off x="547688" y="5133531"/>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9" name="Text Placeholder 30">
            <a:extLst>
              <a:ext uri="{FF2B5EF4-FFF2-40B4-BE49-F238E27FC236}">
                <a16:creationId xmlns:a16="http://schemas.microsoft.com/office/drawing/2014/main" id="{FCD1ED33-CCD9-E1B6-327A-71BC6F62C4DB}"/>
              </a:ext>
            </a:extLst>
          </p:cNvPr>
          <p:cNvSpPr>
            <a:spLocks noGrp="1"/>
          </p:cNvSpPr>
          <p:nvPr>
            <p:ph type="body" sz="quarter" idx="40" hasCustomPrompt="1"/>
          </p:nvPr>
        </p:nvSpPr>
        <p:spPr>
          <a:xfrm>
            <a:off x="547688" y="4952739"/>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11" name="Text Placeholder 30">
            <a:extLst>
              <a:ext uri="{FF2B5EF4-FFF2-40B4-BE49-F238E27FC236}">
                <a16:creationId xmlns:a16="http://schemas.microsoft.com/office/drawing/2014/main" id="{A255632D-60F3-C439-D931-6B2874E894D7}"/>
              </a:ext>
            </a:extLst>
          </p:cNvPr>
          <p:cNvSpPr>
            <a:spLocks noGrp="1"/>
          </p:cNvSpPr>
          <p:nvPr>
            <p:ph type="body" sz="quarter" idx="41" hasCustomPrompt="1"/>
          </p:nvPr>
        </p:nvSpPr>
        <p:spPr>
          <a:xfrm>
            <a:off x="547688" y="5314323"/>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CUI Category: </a:t>
            </a:r>
          </a:p>
        </p:txBody>
      </p:sp>
      <p:sp>
        <p:nvSpPr>
          <p:cNvPr id="12" name="Text Placeholder 30">
            <a:extLst>
              <a:ext uri="{FF2B5EF4-FFF2-40B4-BE49-F238E27FC236}">
                <a16:creationId xmlns:a16="http://schemas.microsoft.com/office/drawing/2014/main" id="{0BD3A2B1-9D40-83E3-4243-B4A52B6A636E}"/>
              </a:ext>
            </a:extLst>
          </p:cNvPr>
          <p:cNvSpPr>
            <a:spLocks noGrp="1"/>
          </p:cNvSpPr>
          <p:nvPr>
            <p:ph type="body" sz="quarter" idx="42" hasCustomPrompt="1"/>
          </p:nvPr>
        </p:nvSpPr>
        <p:spPr>
          <a:xfrm>
            <a:off x="547688" y="5495115"/>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Distribution Statement: </a:t>
            </a:r>
          </a:p>
        </p:txBody>
      </p:sp>
      <p:sp>
        <p:nvSpPr>
          <p:cNvPr id="14" name="Text Placeholder 30">
            <a:extLst>
              <a:ext uri="{FF2B5EF4-FFF2-40B4-BE49-F238E27FC236}">
                <a16:creationId xmlns:a16="http://schemas.microsoft.com/office/drawing/2014/main" id="{7AADD113-BD09-95AA-FFBA-DCC255F69FAA}"/>
              </a:ext>
            </a:extLst>
          </p:cNvPr>
          <p:cNvSpPr>
            <a:spLocks noGrp="1"/>
          </p:cNvSpPr>
          <p:nvPr>
            <p:ph type="body" sz="quarter" idx="43" hasCustomPrompt="1"/>
          </p:nvPr>
        </p:nvSpPr>
        <p:spPr>
          <a:xfrm>
            <a:off x="547688" y="5675907"/>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POC: </a:t>
            </a:r>
          </a:p>
        </p:txBody>
      </p:sp>
      <p:sp>
        <p:nvSpPr>
          <p:cNvPr id="15" name="Text Placeholder 30">
            <a:extLst>
              <a:ext uri="{FF2B5EF4-FFF2-40B4-BE49-F238E27FC236}">
                <a16:creationId xmlns:a16="http://schemas.microsoft.com/office/drawing/2014/main" id="{A9D52B79-92E5-4D64-1757-D13A0674723F}"/>
              </a:ext>
            </a:extLst>
          </p:cNvPr>
          <p:cNvSpPr>
            <a:spLocks noGrp="1"/>
          </p:cNvSpPr>
          <p:nvPr>
            <p:ph type="body" sz="quarter" idx="44"/>
          </p:nvPr>
        </p:nvSpPr>
        <p:spPr>
          <a:xfrm>
            <a:off x="1981201" y="5133531"/>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16" name="Text Placeholder 30">
            <a:extLst>
              <a:ext uri="{FF2B5EF4-FFF2-40B4-BE49-F238E27FC236}">
                <a16:creationId xmlns:a16="http://schemas.microsoft.com/office/drawing/2014/main" id="{DF04F3CB-62F5-7A9F-E397-4800E51C0E24}"/>
              </a:ext>
            </a:extLst>
          </p:cNvPr>
          <p:cNvSpPr>
            <a:spLocks noGrp="1"/>
          </p:cNvSpPr>
          <p:nvPr>
            <p:ph type="body" sz="quarter" idx="45"/>
          </p:nvPr>
        </p:nvSpPr>
        <p:spPr>
          <a:xfrm>
            <a:off x="1981201" y="4952739"/>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17" name="Text Placeholder 30">
            <a:extLst>
              <a:ext uri="{FF2B5EF4-FFF2-40B4-BE49-F238E27FC236}">
                <a16:creationId xmlns:a16="http://schemas.microsoft.com/office/drawing/2014/main" id="{DA62CE27-72C2-A083-C796-4F047A2FF421}"/>
              </a:ext>
            </a:extLst>
          </p:cNvPr>
          <p:cNvSpPr>
            <a:spLocks noGrp="1"/>
          </p:cNvSpPr>
          <p:nvPr>
            <p:ph type="body" sz="quarter" idx="46"/>
          </p:nvPr>
        </p:nvSpPr>
        <p:spPr>
          <a:xfrm>
            <a:off x="1981201" y="5314323"/>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18" name="Text Placeholder 30">
            <a:extLst>
              <a:ext uri="{FF2B5EF4-FFF2-40B4-BE49-F238E27FC236}">
                <a16:creationId xmlns:a16="http://schemas.microsoft.com/office/drawing/2014/main" id="{52DBCCDB-5EAD-73A2-7911-8AF50B29DC4E}"/>
              </a:ext>
            </a:extLst>
          </p:cNvPr>
          <p:cNvSpPr>
            <a:spLocks noGrp="1"/>
          </p:cNvSpPr>
          <p:nvPr>
            <p:ph type="body" sz="quarter" idx="47"/>
          </p:nvPr>
        </p:nvSpPr>
        <p:spPr>
          <a:xfrm>
            <a:off x="1981201" y="5495115"/>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19" name="Text Placeholder 30">
            <a:extLst>
              <a:ext uri="{FF2B5EF4-FFF2-40B4-BE49-F238E27FC236}">
                <a16:creationId xmlns:a16="http://schemas.microsoft.com/office/drawing/2014/main" id="{90D5656D-B16A-18B1-A790-538AB817A94E}"/>
              </a:ext>
            </a:extLst>
          </p:cNvPr>
          <p:cNvSpPr>
            <a:spLocks noGrp="1"/>
          </p:cNvSpPr>
          <p:nvPr>
            <p:ph type="body" sz="quarter" idx="48"/>
          </p:nvPr>
        </p:nvSpPr>
        <p:spPr>
          <a:xfrm>
            <a:off x="1981201" y="5675907"/>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grpSp>
        <p:nvGrpSpPr>
          <p:cNvPr id="23" name="Group">
            <a:extLst>
              <a:ext uri="{FF2B5EF4-FFF2-40B4-BE49-F238E27FC236}">
                <a16:creationId xmlns:a16="http://schemas.microsoft.com/office/drawing/2014/main" id="{732179A9-275F-FEF3-042C-4AB3B9CBCAA2}"/>
              </a:ext>
              <a:ext uri="{C183D7F6-B498-43B3-948B-1728B52AA6E4}">
                <adec:decorative xmlns:adec="http://schemas.microsoft.com/office/drawing/2017/decorative" val="1"/>
              </a:ext>
            </a:extLst>
          </p:cNvPr>
          <p:cNvGrpSpPr/>
          <p:nvPr userDrawn="1"/>
        </p:nvGrpSpPr>
        <p:grpSpPr>
          <a:xfrm>
            <a:off x="548219" y="1974220"/>
            <a:ext cx="7173381" cy="2377440"/>
            <a:chOff x="411163" y="2240280"/>
            <a:chExt cx="6446837" cy="2377440"/>
          </a:xfrm>
        </p:grpSpPr>
        <p:sp>
          <p:nvSpPr>
            <p:cNvPr id="24" name="Rectangle">
              <a:extLst>
                <a:ext uri="{FF2B5EF4-FFF2-40B4-BE49-F238E27FC236}">
                  <a16:creationId xmlns:a16="http://schemas.microsoft.com/office/drawing/2014/main" id="{B785B252-84B5-5634-9FB4-0C2362931260}"/>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FFCC01"/>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600"/>
            </a:p>
          </p:txBody>
        </p:sp>
        <p:cxnSp>
          <p:nvCxnSpPr>
            <p:cNvPr id="25" name="Line">
              <a:extLst>
                <a:ext uri="{FF2B5EF4-FFF2-40B4-BE49-F238E27FC236}">
                  <a16:creationId xmlns:a16="http://schemas.microsoft.com/office/drawing/2014/main" id="{1DF8A784-7C74-A05E-2009-0B4EC38FF5F7}"/>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cxnSp>
          <p:nvCxnSpPr>
            <p:cNvPr id="26" name="Line">
              <a:extLst>
                <a:ext uri="{FF2B5EF4-FFF2-40B4-BE49-F238E27FC236}">
                  <a16:creationId xmlns:a16="http://schemas.microsoft.com/office/drawing/2014/main" id="{2E02CEE1-988F-0417-BE5F-BA01AFD1B251}"/>
                </a:ext>
                <a:ext uri="{C183D7F6-B498-43B3-948B-1728B52AA6E4}">
                  <adec:decorative xmlns:adec="http://schemas.microsoft.com/office/drawing/2017/decorative" val="1"/>
                </a:ext>
              </a:extLst>
            </p:cNvPr>
            <p:cNvCxnSpPr>
              <a:cxnSpLocks/>
            </p:cNvCxnSpPr>
            <p:nvPr userDrawn="1"/>
          </p:nvCxnSpPr>
          <p:spPr>
            <a:xfrm>
              <a:off x="4274795" y="3931920"/>
              <a:ext cx="0" cy="68580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grpSp>
      <p:sp>
        <p:nvSpPr>
          <p:cNvPr id="27" name="Title 1">
            <a:extLst>
              <a:ext uri="{FF2B5EF4-FFF2-40B4-BE49-F238E27FC236}">
                <a16:creationId xmlns:a16="http://schemas.microsoft.com/office/drawing/2014/main" id="{63A7B886-8E04-5007-BB32-A7D7AE38413B}"/>
              </a:ext>
            </a:extLst>
          </p:cNvPr>
          <p:cNvSpPr>
            <a:spLocks noGrp="1"/>
          </p:cNvSpPr>
          <p:nvPr>
            <p:ph type="ctrTitle" hasCustomPrompt="1"/>
          </p:nvPr>
        </p:nvSpPr>
        <p:spPr>
          <a:xfrm>
            <a:off x="914401" y="2202820"/>
            <a:ext cx="6429375" cy="1325880"/>
          </a:xfrm>
        </p:spPr>
        <p:txBody>
          <a:bodyPr anchor="t" anchorCtr="0"/>
          <a:lstStyle>
            <a:lvl1pPr algn="l">
              <a:lnSpc>
                <a:spcPct val="80000"/>
              </a:lnSpc>
              <a:defRPr sz="3600"/>
            </a:lvl1pPr>
          </a:lstStyle>
          <a:p>
            <a:r>
              <a:rPr lang="en-US"/>
              <a:t>Presentation title</a:t>
            </a:r>
            <a:br>
              <a:rPr lang="en-US"/>
            </a:br>
            <a:r>
              <a:rPr lang="en-US"/>
              <a:t>PRESENTATION TITLE</a:t>
            </a:r>
            <a:br>
              <a:rPr lang="en-US"/>
            </a:br>
            <a:r>
              <a:rPr lang="en-US"/>
              <a:t>THREE LINES MAX</a:t>
            </a:r>
          </a:p>
        </p:txBody>
      </p:sp>
      <p:sp>
        <p:nvSpPr>
          <p:cNvPr id="28" name="Subtitle 2">
            <a:extLst>
              <a:ext uri="{FF2B5EF4-FFF2-40B4-BE49-F238E27FC236}">
                <a16:creationId xmlns:a16="http://schemas.microsoft.com/office/drawing/2014/main" id="{378B44EF-38A4-9707-9ED0-23F22C855CA7}"/>
              </a:ext>
            </a:extLst>
          </p:cNvPr>
          <p:cNvSpPr>
            <a:spLocks noGrp="1"/>
          </p:cNvSpPr>
          <p:nvPr>
            <p:ph type="subTitle" idx="1" hasCustomPrompt="1"/>
          </p:nvPr>
        </p:nvSpPr>
        <p:spPr>
          <a:xfrm>
            <a:off x="914402" y="3784732"/>
            <a:ext cx="3565524" cy="457200"/>
          </a:xfrm>
        </p:spPr>
        <p:txBody>
          <a:bodyPr anchor="ctr" anchorCtr="0"/>
          <a:lstStyle>
            <a:lvl1pPr marL="0" indent="0" algn="l">
              <a:spcBef>
                <a:spcPts val="0"/>
              </a:spcBef>
              <a:buNone/>
              <a:defRPr sz="1200" b="1">
                <a:solidFill>
                  <a:schemeClr val="tx2"/>
                </a:solidFill>
              </a:defRPr>
            </a:lvl1pPr>
            <a:lvl2pPr marL="0" indent="0" algn="l">
              <a:spcBef>
                <a:spcPts val="0"/>
              </a:spcBef>
              <a:buNone/>
              <a:defRPr sz="1200" b="1">
                <a:solidFill>
                  <a:schemeClr val="tx2"/>
                </a:solidFill>
              </a:defRPr>
            </a:lvl2pPr>
            <a:lvl3pPr marL="0" indent="0" algn="l">
              <a:spcBef>
                <a:spcPts val="0"/>
              </a:spcBef>
              <a:buNone/>
              <a:defRPr sz="1200" b="1">
                <a:solidFill>
                  <a:schemeClr val="tx2"/>
                </a:solidFill>
              </a:defRPr>
            </a:lvl3pPr>
            <a:lvl4pPr marL="0" indent="0" algn="l">
              <a:spcBef>
                <a:spcPts val="0"/>
              </a:spcBef>
              <a:buNone/>
              <a:defRPr sz="1200" b="1">
                <a:solidFill>
                  <a:schemeClr val="tx2"/>
                </a:solidFill>
              </a:defRPr>
            </a:lvl4pPr>
            <a:lvl5pPr marL="0" indent="0" algn="l">
              <a:spcBef>
                <a:spcPts val="0"/>
              </a:spcBef>
              <a:buNone/>
              <a:defRPr sz="1200" b="1">
                <a:solidFill>
                  <a:schemeClr val="tx2"/>
                </a:solidFill>
              </a:defRPr>
            </a:lvl5pPr>
            <a:lvl6pPr marL="0" indent="0" algn="l">
              <a:spcBef>
                <a:spcPts val="0"/>
              </a:spcBef>
              <a:buNone/>
              <a:defRPr sz="1200" b="1">
                <a:solidFill>
                  <a:schemeClr val="tx2"/>
                </a:solidFill>
              </a:defRPr>
            </a:lvl6pPr>
            <a:lvl7pPr marL="0" indent="0" algn="l">
              <a:spcBef>
                <a:spcPts val="0"/>
              </a:spcBef>
              <a:buNone/>
              <a:defRPr sz="1200" b="1">
                <a:solidFill>
                  <a:schemeClr val="tx2"/>
                </a:solidFill>
              </a:defRPr>
            </a:lvl7pPr>
            <a:lvl8pPr marL="0" indent="0" algn="l">
              <a:spcBef>
                <a:spcPts val="0"/>
              </a:spcBef>
              <a:buNone/>
              <a:defRPr sz="1200" b="1">
                <a:solidFill>
                  <a:schemeClr val="tx2"/>
                </a:solidFill>
              </a:defRPr>
            </a:lvl8pPr>
            <a:lvl9pPr marL="0" indent="0" algn="l">
              <a:spcBef>
                <a:spcPts val="0"/>
              </a:spcBef>
              <a:buNone/>
              <a:defRPr sz="1200" b="1">
                <a:solidFill>
                  <a:schemeClr val="tx2"/>
                </a:solidFill>
              </a:defRPr>
            </a:lvl9pPr>
          </a:lstStyle>
          <a:p>
            <a:r>
              <a:rPr lang="en-US"/>
              <a:t>[Presentation subtitle/description]</a:t>
            </a:r>
          </a:p>
        </p:txBody>
      </p:sp>
      <p:sp>
        <p:nvSpPr>
          <p:cNvPr id="29" name="Text Placeholder 3">
            <a:extLst>
              <a:ext uri="{FF2B5EF4-FFF2-40B4-BE49-F238E27FC236}">
                <a16:creationId xmlns:a16="http://schemas.microsoft.com/office/drawing/2014/main" id="{6EB225BD-8BA1-27E0-7708-54249ED7D35A}"/>
              </a:ext>
            </a:extLst>
          </p:cNvPr>
          <p:cNvSpPr>
            <a:spLocks noGrp="1"/>
          </p:cNvSpPr>
          <p:nvPr>
            <p:ph type="body" sz="quarter" idx="10" hasCustomPrompt="1"/>
          </p:nvPr>
        </p:nvSpPr>
        <p:spPr>
          <a:xfrm>
            <a:off x="5212080" y="3784732"/>
            <a:ext cx="2131695" cy="457200"/>
          </a:xfrm>
        </p:spPr>
        <p:txBody>
          <a:bodyPr anchor="ctr" anchorCtr="0"/>
          <a:lstStyle>
            <a:lvl1pPr marL="0" indent="0" algn="ctr">
              <a:lnSpc>
                <a:spcPct val="80000"/>
              </a:lnSpc>
              <a:spcBef>
                <a:spcPts val="0"/>
              </a:spcBef>
              <a:buFontTx/>
              <a:buNone/>
              <a:defRPr sz="1400" b="1" cap="all" baseline="0">
                <a:solidFill>
                  <a:schemeClr val="tx2"/>
                </a:solidFill>
              </a:defRPr>
            </a:lvl1pPr>
            <a:lvl2pPr marL="0" indent="0" algn="ctr">
              <a:lnSpc>
                <a:spcPct val="80000"/>
              </a:lnSpc>
              <a:spcBef>
                <a:spcPts val="0"/>
              </a:spcBef>
              <a:buFontTx/>
              <a:buNone/>
              <a:defRPr sz="1400" b="1" cap="all" baseline="0">
                <a:solidFill>
                  <a:schemeClr val="tx2"/>
                </a:solidFill>
              </a:defRPr>
            </a:lvl2pPr>
            <a:lvl3pPr marL="0" indent="0" algn="ctr">
              <a:lnSpc>
                <a:spcPct val="80000"/>
              </a:lnSpc>
              <a:spcBef>
                <a:spcPts val="0"/>
              </a:spcBef>
              <a:buFontTx/>
              <a:buNone/>
              <a:defRPr sz="1400" b="1" cap="all" baseline="0">
                <a:solidFill>
                  <a:schemeClr val="tx2"/>
                </a:solidFill>
              </a:defRPr>
            </a:lvl3pPr>
            <a:lvl4pPr marL="0" indent="0" algn="ctr">
              <a:lnSpc>
                <a:spcPct val="80000"/>
              </a:lnSpc>
              <a:spcBef>
                <a:spcPts val="0"/>
              </a:spcBef>
              <a:buFontTx/>
              <a:buNone/>
              <a:defRPr sz="1400" b="1" cap="all" baseline="0">
                <a:solidFill>
                  <a:schemeClr val="tx2"/>
                </a:solidFill>
              </a:defRPr>
            </a:lvl4pPr>
            <a:lvl5pPr marL="0" indent="0" algn="ctr">
              <a:lnSpc>
                <a:spcPct val="80000"/>
              </a:lnSpc>
              <a:spcBef>
                <a:spcPts val="0"/>
              </a:spcBef>
              <a:buFontTx/>
              <a:buNone/>
              <a:defRPr sz="1400" b="1" cap="all" baseline="0">
                <a:solidFill>
                  <a:schemeClr val="tx2"/>
                </a:solidFill>
              </a:defRPr>
            </a:lvl5pPr>
            <a:lvl6pPr marL="0" indent="0" algn="ctr">
              <a:lnSpc>
                <a:spcPct val="80000"/>
              </a:lnSpc>
              <a:spcBef>
                <a:spcPts val="0"/>
              </a:spcBef>
              <a:buFontTx/>
              <a:buNone/>
              <a:defRPr sz="1400" b="1" cap="all" baseline="0">
                <a:solidFill>
                  <a:schemeClr val="tx2"/>
                </a:solidFill>
              </a:defRPr>
            </a:lvl6pPr>
            <a:lvl7pPr marL="0" indent="0" algn="ctr">
              <a:lnSpc>
                <a:spcPct val="80000"/>
              </a:lnSpc>
              <a:spcBef>
                <a:spcPts val="0"/>
              </a:spcBef>
              <a:buFontTx/>
              <a:buNone/>
              <a:defRPr sz="1400" b="1" cap="all" baseline="0">
                <a:solidFill>
                  <a:schemeClr val="tx2"/>
                </a:solidFill>
              </a:defRPr>
            </a:lvl7pPr>
            <a:lvl8pPr marL="0" indent="0" algn="ctr">
              <a:lnSpc>
                <a:spcPct val="80000"/>
              </a:lnSpc>
              <a:spcBef>
                <a:spcPts val="0"/>
              </a:spcBef>
              <a:buFontTx/>
              <a:buNone/>
              <a:defRPr sz="1400" b="1" cap="all" baseline="0">
                <a:solidFill>
                  <a:schemeClr val="tx2"/>
                </a:solidFill>
              </a:defRPr>
            </a:lvl8pPr>
            <a:lvl9pPr marL="0" indent="0" algn="ctr">
              <a:lnSpc>
                <a:spcPct val="80000"/>
              </a:lnSpc>
              <a:spcBef>
                <a:spcPts val="0"/>
              </a:spcBef>
              <a:buFontTx/>
              <a:buNone/>
              <a:defRPr sz="1400" b="1" cap="all" baseline="0">
                <a:solidFill>
                  <a:schemeClr val="tx2"/>
                </a:solidFill>
              </a:defRPr>
            </a:lvl9pPr>
          </a:lstStyle>
          <a:p>
            <a:pPr lvl="0"/>
            <a:r>
              <a:rPr lang="en-US"/>
              <a:t>[00 Month 0000]</a:t>
            </a:r>
          </a:p>
        </p:txBody>
      </p:sp>
      <p:pic>
        <p:nvPicPr>
          <p:cNvPr id="30" name="Picture 29">
            <a:extLst>
              <a:ext uri="{FF2B5EF4-FFF2-40B4-BE49-F238E27FC236}">
                <a16:creationId xmlns:a16="http://schemas.microsoft.com/office/drawing/2014/main" id="{7DA15189-0EE0-5679-2F6C-19C49A630D80}"/>
              </a:ext>
            </a:extLst>
          </p:cNvPr>
          <p:cNvPicPr>
            <a:picLocks noChangeAspect="1"/>
          </p:cNvPicPr>
          <p:nvPr userDrawn="1"/>
        </p:nvPicPr>
        <p:blipFill>
          <a:blip r:embed="rId4"/>
          <a:srcRect/>
          <a:stretch/>
        </p:blipFill>
        <p:spPr>
          <a:xfrm>
            <a:off x="10004616" y="411163"/>
            <a:ext cx="1629707" cy="478023"/>
          </a:xfrm>
          <a:prstGeom prst="rect">
            <a:avLst/>
          </a:prstGeom>
        </p:spPr>
      </p:pic>
      <p:sp>
        <p:nvSpPr>
          <p:cNvPr id="2" name="Rectangle 15">
            <a:extLst>
              <a:ext uri="{FF2B5EF4-FFF2-40B4-BE49-F238E27FC236}">
                <a16:creationId xmlns:a16="http://schemas.microsoft.com/office/drawing/2014/main" id="{D4C88638-6856-0BEB-48E7-78E46B7E57D8}"/>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3" name="Rectangle 2">
            <a:extLst>
              <a:ext uri="{FF2B5EF4-FFF2-40B4-BE49-F238E27FC236}">
                <a16:creationId xmlns:a16="http://schemas.microsoft.com/office/drawing/2014/main" id="{BDCC2702-2764-1DE3-1940-31386289C0D0}"/>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 / GENERAL</a:t>
            </a:r>
          </a:p>
        </p:txBody>
      </p:sp>
    </p:spTree>
    <p:extLst>
      <p:ext uri="{BB962C8B-B14F-4D97-AF65-F5344CB8AC3E}">
        <p14:creationId xmlns:p14="http://schemas.microsoft.com/office/powerpoint/2010/main" val="4401490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[Slide title]</a:t>
            </a:r>
          </a:p>
        </p:txBody>
      </p:sp>
      <p:sp>
        <p:nvSpPr>
          <p:cNvPr id="3" name="Content Placeholder 2"/>
          <p:cNvSpPr>
            <a:spLocks noGrp="1"/>
          </p:cNvSpPr>
          <p:nvPr>
            <p:ph idx="1"/>
          </p:nvPr>
        </p:nvSpPr>
        <p:spPr>
          <a:xfrm>
            <a:off x="548640" y="1600199"/>
            <a:ext cx="11024925" cy="4572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F4FBB89F-F200-3967-06C8-C1B71C7F0FF9}"/>
              </a:ext>
            </a:extLst>
          </p:cNvPr>
          <p:cNvSpPr>
            <a:spLocks noGrp="1"/>
          </p:cNvSpPr>
          <p:nvPr>
            <p:ph type="dt" sz="half" idx="10"/>
          </p:nvPr>
        </p:nvSpPr>
        <p:spPr>
          <a:xfrm>
            <a:off x="548640" y="6629400"/>
            <a:ext cx="822960" cy="228600"/>
          </a:xfrm>
        </p:spPr>
        <p:txBody>
          <a:bodyPr lIns="0"/>
          <a:lstStyle/>
          <a:p>
            <a:fld id="{AD622D1A-DF83-41A8-85FF-04D90BF831D3}" type="datetime3">
              <a:rPr lang="en-US" smtClean="0"/>
              <a:t>8 June 2026</a:t>
            </a:fld>
            <a:endParaRPr lang="en-US"/>
          </a:p>
        </p:txBody>
      </p:sp>
      <p:sp>
        <p:nvSpPr>
          <p:cNvPr id="6" name="Slide Number Placeholder 5">
            <a:extLst>
              <a:ext uri="{FF2B5EF4-FFF2-40B4-BE49-F238E27FC236}">
                <a16:creationId xmlns:a16="http://schemas.microsoft.com/office/drawing/2014/main" id="{03C0BAD3-337A-DC60-A7ED-BF13F0826264}"/>
              </a:ext>
            </a:extLst>
          </p:cNvPr>
          <p:cNvSpPr>
            <a:spLocks noGrp="1"/>
          </p:cNvSpPr>
          <p:nvPr>
            <p:ph type="sldNum" sz="quarter" idx="11"/>
          </p:nvPr>
        </p:nvSpPr>
        <p:spPr>
          <a:xfrm>
            <a:off x="11245104" y="6629400"/>
            <a:ext cx="399211" cy="228600"/>
          </a:xfrm>
        </p:spPr>
        <p:txBody>
          <a:bodyPr rIns="0"/>
          <a:lstStyle/>
          <a:p>
            <a:fld id="{64E5BE4B-2FBF-4174-9E62-85FAD1CB43A6}" type="slidenum">
              <a:rPr lang="en-US" smtClean="0"/>
              <a:pPr/>
              <a:t>‹#›</a:t>
            </a:fld>
            <a:endParaRPr lang="en-US"/>
          </a:p>
        </p:txBody>
      </p:sp>
    </p:spTree>
    <p:extLst>
      <p:ext uri="{BB962C8B-B14F-4D97-AF65-F5344CB8AC3E}">
        <p14:creationId xmlns:p14="http://schemas.microsoft.com/office/powerpoint/2010/main" val="1533487906"/>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3" name="Content Placeholder 2"/>
          <p:cNvSpPr>
            <a:spLocks noGrp="1"/>
          </p:cNvSpPr>
          <p:nvPr>
            <p:ph sz="half" idx="1"/>
          </p:nvPr>
        </p:nvSpPr>
        <p:spPr>
          <a:xfrm>
            <a:off x="548639" y="1600200"/>
            <a:ext cx="536448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78879" y="1600200"/>
            <a:ext cx="536448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43576077-E818-BDF1-A607-CD8784277FC5}"/>
              </a:ext>
            </a:extLst>
          </p:cNvPr>
          <p:cNvSpPr>
            <a:spLocks noGrp="1"/>
          </p:cNvSpPr>
          <p:nvPr>
            <p:ph type="dt" sz="half" idx="10"/>
          </p:nvPr>
        </p:nvSpPr>
        <p:spPr/>
        <p:txBody>
          <a:bodyPr/>
          <a:lstStyle/>
          <a:p>
            <a:fld id="{334F72C3-CDF3-44A8-B602-1649B1728485}" type="datetime3">
              <a:rPr lang="en-US" smtClean="0"/>
              <a:t>8 June 2026</a:t>
            </a:fld>
            <a:endParaRPr lang="en-US"/>
          </a:p>
        </p:txBody>
      </p:sp>
      <p:sp>
        <p:nvSpPr>
          <p:cNvPr id="7" name="Slide Number Placeholder 6">
            <a:extLst>
              <a:ext uri="{FF2B5EF4-FFF2-40B4-BE49-F238E27FC236}">
                <a16:creationId xmlns:a16="http://schemas.microsoft.com/office/drawing/2014/main" id="{B0B9DE45-E855-FE62-197B-32BBD9BBBA57}"/>
              </a:ext>
            </a:extLst>
          </p:cNvPr>
          <p:cNvSpPr>
            <a:spLocks noGrp="1"/>
          </p:cNvSpPr>
          <p:nvPr>
            <p:ph type="sldNum" sz="quarter" idx="11"/>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3449816305"/>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9713ED7-122D-D0BC-7C53-E1C615A94F8B}"/>
              </a:ext>
            </a:extLst>
          </p:cNvPr>
          <p:cNvSpPr>
            <a:spLocks noGrp="1"/>
          </p:cNvSpPr>
          <p:nvPr>
            <p:ph type="title" hasCustomPrompt="1"/>
          </p:nvPr>
        </p:nvSpPr>
        <p:spPr/>
        <p:txBody>
          <a:bodyPr/>
          <a:lstStyle/>
          <a:p>
            <a:r>
              <a:rPr lang="en-US"/>
              <a:t>[Slide title]</a:t>
            </a:r>
          </a:p>
        </p:txBody>
      </p:sp>
      <p:sp>
        <p:nvSpPr>
          <p:cNvPr id="3" name="Content Placeholder 2"/>
          <p:cNvSpPr>
            <a:spLocks noGrp="1"/>
          </p:cNvSpPr>
          <p:nvPr>
            <p:ph sz="half" idx="1"/>
          </p:nvPr>
        </p:nvSpPr>
        <p:spPr>
          <a:xfrm>
            <a:off x="548639" y="1600200"/>
            <a:ext cx="3450336"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370832" y="1600200"/>
            <a:ext cx="3450336"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8193023" y="1600200"/>
            <a:ext cx="3450336"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645ED9-A46E-B9F8-0D30-36DF4C37823A}"/>
              </a:ext>
            </a:extLst>
          </p:cNvPr>
          <p:cNvSpPr>
            <a:spLocks noGrp="1"/>
          </p:cNvSpPr>
          <p:nvPr>
            <p:ph type="dt" sz="half" idx="11"/>
          </p:nvPr>
        </p:nvSpPr>
        <p:spPr/>
        <p:txBody>
          <a:bodyPr/>
          <a:lstStyle/>
          <a:p>
            <a:fld id="{1E0132BA-B5E7-4FFD-AF6C-169169D47D4A}" type="datetime3">
              <a:rPr lang="en-US" smtClean="0"/>
              <a:t>8 June 2026</a:t>
            </a:fld>
            <a:endParaRPr lang="en-US"/>
          </a:p>
        </p:txBody>
      </p:sp>
      <p:sp>
        <p:nvSpPr>
          <p:cNvPr id="8" name="Slide Number Placeholder 7">
            <a:extLst>
              <a:ext uri="{FF2B5EF4-FFF2-40B4-BE49-F238E27FC236}">
                <a16:creationId xmlns:a16="http://schemas.microsoft.com/office/drawing/2014/main" id="{87D0D458-416D-011B-0311-0C2B249BFF89}"/>
              </a:ext>
            </a:extLst>
          </p:cNvPr>
          <p:cNvSpPr>
            <a:spLocks noGrp="1"/>
          </p:cNvSpPr>
          <p:nvPr>
            <p:ph type="sldNum" sz="quarter" idx="12"/>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3080996340"/>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 Column">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61ED6E9-4BFC-F986-93E1-1249E94D9780}"/>
              </a:ext>
            </a:extLst>
          </p:cNvPr>
          <p:cNvSpPr>
            <a:spLocks noGrp="1"/>
          </p:cNvSpPr>
          <p:nvPr>
            <p:ph type="title" hasCustomPrompt="1"/>
          </p:nvPr>
        </p:nvSpPr>
        <p:spPr/>
        <p:txBody>
          <a:bodyPr/>
          <a:lstStyle/>
          <a:p>
            <a:r>
              <a:rPr lang="en-US"/>
              <a:t>[Slide title]</a:t>
            </a:r>
          </a:p>
        </p:txBody>
      </p:sp>
      <p:sp>
        <p:nvSpPr>
          <p:cNvPr id="3" name="Content Placeholder 2"/>
          <p:cNvSpPr>
            <a:spLocks noGrp="1"/>
          </p:cNvSpPr>
          <p:nvPr>
            <p:ph sz="half" idx="1"/>
          </p:nvPr>
        </p:nvSpPr>
        <p:spPr>
          <a:xfrm>
            <a:off x="548642" y="1600200"/>
            <a:ext cx="2499359" cy="4572000"/>
          </a:xfr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13762" y="1600200"/>
            <a:ext cx="2499359" cy="4572000"/>
          </a:xfr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2" y="1600200"/>
            <a:ext cx="2499359" cy="4572000"/>
          </a:xfr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2" y="1600200"/>
            <a:ext cx="2499359" cy="4572000"/>
          </a:xfr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99E75897-C7CA-D608-954E-EA24E33CBEB8}"/>
              </a:ext>
            </a:extLst>
          </p:cNvPr>
          <p:cNvSpPr>
            <a:spLocks noGrp="1"/>
          </p:cNvSpPr>
          <p:nvPr>
            <p:ph type="dt" sz="half" idx="12"/>
          </p:nvPr>
        </p:nvSpPr>
        <p:spPr/>
        <p:txBody>
          <a:bodyPr/>
          <a:lstStyle/>
          <a:p>
            <a:fld id="{81A30091-1C2A-4151-8D3C-D1E47A72615F}" type="datetime3">
              <a:rPr lang="en-US" smtClean="0"/>
              <a:t>8 June 2026</a:t>
            </a:fld>
            <a:endParaRPr lang="en-US"/>
          </a:p>
        </p:txBody>
      </p:sp>
      <p:sp>
        <p:nvSpPr>
          <p:cNvPr id="9" name="Slide Number Placeholder 8">
            <a:extLst>
              <a:ext uri="{FF2B5EF4-FFF2-40B4-BE49-F238E27FC236}">
                <a16:creationId xmlns:a16="http://schemas.microsoft.com/office/drawing/2014/main" id="{FF00C8CD-D32C-E34D-BB8E-34B4CB816D39}"/>
              </a:ext>
            </a:extLst>
          </p:cNvPr>
          <p:cNvSpPr>
            <a:spLocks noGrp="1"/>
          </p:cNvSpPr>
          <p:nvPr>
            <p:ph type="sldNum" sz="quarter" idx="1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834780080"/>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Icons">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61ED6E9-4BFC-F986-93E1-1249E94D9780}"/>
              </a:ext>
            </a:extLst>
          </p:cNvPr>
          <p:cNvSpPr>
            <a:spLocks noGrp="1"/>
          </p:cNvSpPr>
          <p:nvPr>
            <p:ph type="title" hasCustomPrompt="1"/>
          </p:nvPr>
        </p:nvSpPr>
        <p:spPr/>
        <p:txBody>
          <a:bodyPr/>
          <a:lstStyle/>
          <a:p>
            <a:r>
              <a:rPr lang="en-US"/>
              <a:t>[Slide title]</a:t>
            </a:r>
          </a:p>
        </p:txBody>
      </p:sp>
      <p:sp>
        <p:nvSpPr>
          <p:cNvPr id="9" name="Picture Placeholder 2">
            <a:extLst>
              <a:ext uri="{FF2B5EF4-FFF2-40B4-BE49-F238E27FC236}">
                <a16:creationId xmlns:a16="http://schemas.microsoft.com/office/drawing/2014/main" id="{2FDCDCBF-BE41-ACC6-2307-F24F0B601969}"/>
              </a:ext>
            </a:extLst>
          </p:cNvPr>
          <p:cNvSpPr>
            <a:spLocks noGrp="1" noChangeAspect="1"/>
          </p:cNvSpPr>
          <p:nvPr>
            <p:ph type="pic" sz="quarter" idx="12" hasCustomPrompt="1"/>
          </p:nvPr>
        </p:nvSpPr>
        <p:spPr>
          <a:xfrm>
            <a:off x="548640" y="1600200"/>
            <a:ext cx="557784" cy="555499"/>
          </a:xfrm>
        </p:spPr>
        <p:txBody>
          <a:bodyPr anchor="ctr" anchorCtr="0"/>
          <a:lstStyle>
            <a:lvl1pPr marL="0" indent="0" algn="ctr">
              <a:buFontTx/>
              <a:buNone/>
              <a:defRPr sz="800"/>
            </a:lvl1pPr>
          </a:lstStyle>
          <a:p>
            <a:r>
              <a:rPr lang="en-US"/>
              <a:t>[Icon]</a:t>
            </a:r>
          </a:p>
        </p:txBody>
      </p:sp>
      <p:sp>
        <p:nvSpPr>
          <p:cNvPr id="3" name="Content Placeholder 3"/>
          <p:cNvSpPr>
            <a:spLocks noGrp="1"/>
          </p:cNvSpPr>
          <p:nvPr>
            <p:ph sz="half" idx="1"/>
          </p:nvPr>
        </p:nvSpPr>
        <p:spPr>
          <a:xfrm>
            <a:off x="548642" y="2285997"/>
            <a:ext cx="2499359" cy="3886203"/>
          </a:xfr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4">
            <a:extLst>
              <a:ext uri="{FF2B5EF4-FFF2-40B4-BE49-F238E27FC236}">
                <a16:creationId xmlns:a16="http://schemas.microsoft.com/office/drawing/2014/main" id="{C7652FE0-2E63-C05D-5D80-EE5429B0A7EE}"/>
              </a:ext>
            </a:extLst>
          </p:cNvPr>
          <p:cNvSpPr>
            <a:spLocks noGrp="1" noChangeAspect="1"/>
          </p:cNvSpPr>
          <p:nvPr>
            <p:ph type="pic" sz="quarter" idx="13" hasCustomPrompt="1"/>
          </p:nvPr>
        </p:nvSpPr>
        <p:spPr>
          <a:xfrm>
            <a:off x="3413760" y="1600200"/>
            <a:ext cx="557784" cy="557784"/>
          </a:xfrm>
        </p:spPr>
        <p:txBody>
          <a:bodyPr anchor="ctr" anchorCtr="0"/>
          <a:lstStyle>
            <a:lvl1pPr marL="0" indent="0" algn="ctr">
              <a:buFontTx/>
              <a:buNone/>
              <a:defRPr sz="800"/>
            </a:lvl1pPr>
          </a:lstStyle>
          <a:p>
            <a:r>
              <a:rPr lang="en-US"/>
              <a:t>[Icon]</a:t>
            </a:r>
          </a:p>
        </p:txBody>
      </p:sp>
      <p:sp>
        <p:nvSpPr>
          <p:cNvPr id="4" name="Content Placeholder 5"/>
          <p:cNvSpPr>
            <a:spLocks noGrp="1"/>
          </p:cNvSpPr>
          <p:nvPr>
            <p:ph sz="half" idx="2"/>
          </p:nvPr>
        </p:nvSpPr>
        <p:spPr>
          <a:xfrm>
            <a:off x="3413762" y="2285997"/>
            <a:ext cx="2499359" cy="3886203"/>
          </a:xfr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6">
            <a:extLst>
              <a:ext uri="{FF2B5EF4-FFF2-40B4-BE49-F238E27FC236}">
                <a16:creationId xmlns:a16="http://schemas.microsoft.com/office/drawing/2014/main" id="{B76F3E0A-3A89-0179-6808-7B86658B2939}"/>
              </a:ext>
            </a:extLst>
          </p:cNvPr>
          <p:cNvSpPr>
            <a:spLocks noGrp="1" noChangeAspect="1"/>
          </p:cNvSpPr>
          <p:nvPr>
            <p:ph type="pic" sz="quarter" idx="14" hasCustomPrompt="1"/>
          </p:nvPr>
        </p:nvSpPr>
        <p:spPr>
          <a:xfrm>
            <a:off x="6278880" y="1600200"/>
            <a:ext cx="557784" cy="557784"/>
          </a:xfrm>
        </p:spPr>
        <p:txBody>
          <a:bodyPr anchor="ctr" anchorCtr="0"/>
          <a:lstStyle>
            <a:lvl1pPr marL="0" indent="0" algn="ctr">
              <a:buFontTx/>
              <a:buNone/>
              <a:defRPr sz="800"/>
            </a:lvl1pPr>
          </a:lstStyle>
          <a:p>
            <a:r>
              <a:rPr lang="en-US"/>
              <a:t>[Icon]</a:t>
            </a:r>
          </a:p>
        </p:txBody>
      </p:sp>
      <p:sp>
        <p:nvSpPr>
          <p:cNvPr id="6" name="Content Placeholder 7">
            <a:extLst>
              <a:ext uri="{FF2B5EF4-FFF2-40B4-BE49-F238E27FC236}">
                <a16:creationId xmlns:a16="http://schemas.microsoft.com/office/drawing/2014/main" id="{617618FB-CD21-AF4A-B264-6355E9BD7981}"/>
              </a:ext>
            </a:extLst>
          </p:cNvPr>
          <p:cNvSpPr>
            <a:spLocks noGrp="1"/>
          </p:cNvSpPr>
          <p:nvPr>
            <p:ph sz="half" idx="10"/>
          </p:nvPr>
        </p:nvSpPr>
        <p:spPr>
          <a:xfrm>
            <a:off x="6278882" y="2285997"/>
            <a:ext cx="2499359" cy="3886203"/>
          </a:xfr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8">
            <a:extLst>
              <a:ext uri="{FF2B5EF4-FFF2-40B4-BE49-F238E27FC236}">
                <a16:creationId xmlns:a16="http://schemas.microsoft.com/office/drawing/2014/main" id="{83E5AF74-1A89-50D1-F570-2D5345102584}"/>
              </a:ext>
            </a:extLst>
          </p:cNvPr>
          <p:cNvSpPr>
            <a:spLocks noGrp="1" noChangeAspect="1"/>
          </p:cNvSpPr>
          <p:nvPr>
            <p:ph type="pic" sz="quarter" idx="15" hasCustomPrompt="1"/>
          </p:nvPr>
        </p:nvSpPr>
        <p:spPr>
          <a:xfrm>
            <a:off x="9144000" y="1600200"/>
            <a:ext cx="557784" cy="557784"/>
          </a:xfrm>
        </p:spPr>
        <p:txBody>
          <a:bodyPr anchor="ctr" anchorCtr="0"/>
          <a:lstStyle>
            <a:lvl1pPr marL="0" indent="0" algn="ctr">
              <a:buFontTx/>
              <a:buNone/>
              <a:defRPr sz="800"/>
            </a:lvl1pPr>
          </a:lstStyle>
          <a:p>
            <a:r>
              <a:rPr lang="en-US"/>
              <a:t>[Icon]</a:t>
            </a:r>
          </a:p>
        </p:txBody>
      </p:sp>
      <p:sp>
        <p:nvSpPr>
          <p:cNvPr id="5" name="Content Placeholder 9">
            <a:extLst>
              <a:ext uri="{FF2B5EF4-FFF2-40B4-BE49-F238E27FC236}">
                <a16:creationId xmlns:a16="http://schemas.microsoft.com/office/drawing/2014/main" id="{873DCC96-E62A-5505-4F1E-4A80C8498209}"/>
              </a:ext>
            </a:extLst>
          </p:cNvPr>
          <p:cNvSpPr>
            <a:spLocks noGrp="1"/>
          </p:cNvSpPr>
          <p:nvPr>
            <p:ph sz="half" idx="11"/>
          </p:nvPr>
        </p:nvSpPr>
        <p:spPr>
          <a:xfrm>
            <a:off x="9144002" y="2285997"/>
            <a:ext cx="2499359" cy="3886203"/>
          </a:xfr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8B7C8174-B194-B25B-91AA-597E72C81310}"/>
              </a:ext>
            </a:extLst>
          </p:cNvPr>
          <p:cNvSpPr>
            <a:spLocks noGrp="1"/>
          </p:cNvSpPr>
          <p:nvPr>
            <p:ph type="dt" sz="half" idx="16"/>
          </p:nvPr>
        </p:nvSpPr>
        <p:spPr/>
        <p:txBody>
          <a:bodyPr/>
          <a:lstStyle/>
          <a:p>
            <a:fld id="{35D703CE-07B4-4C05-A488-B4566700621F}" type="datetime3">
              <a:rPr lang="en-US" smtClean="0"/>
              <a:t>8 June 2026</a:t>
            </a:fld>
            <a:endParaRPr lang="en-US"/>
          </a:p>
        </p:txBody>
      </p:sp>
      <p:sp>
        <p:nvSpPr>
          <p:cNvPr id="13" name="Slide Number Placeholder 12">
            <a:extLst>
              <a:ext uri="{FF2B5EF4-FFF2-40B4-BE49-F238E27FC236}">
                <a16:creationId xmlns:a16="http://schemas.microsoft.com/office/drawing/2014/main" id="{089FF259-217B-3F10-C738-AE2C6A9EE838}"/>
              </a:ext>
            </a:extLst>
          </p:cNvPr>
          <p:cNvSpPr>
            <a:spLocks noGrp="1"/>
          </p:cNvSpPr>
          <p:nvPr>
            <p:ph type="sldNum" sz="quarter" idx="17"/>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3884088117"/>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4 Numbers">
    <p:bg>
      <p:bgPr>
        <a:solidFill>
          <a:srgbClr val="221F20"/>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54C21BF-3440-8CAE-0A59-466346C7713E}"/>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userDrawn="1"/>
        </p:nvCxnSpPr>
        <p:spPr>
          <a:xfrm>
            <a:off x="54864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userDrawn="1"/>
        </p:nvSpPr>
        <p:spPr>
          <a:xfrm>
            <a:off x="54864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01</a:t>
            </a:r>
          </a:p>
        </p:txBody>
      </p:sp>
      <p:sp>
        <p:nvSpPr>
          <p:cNvPr id="3" name="Content Placeholder 2"/>
          <p:cNvSpPr>
            <a:spLocks noGrp="1"/>
          </p:cNvSpPr>
          <p:nvPr>
            <p:ph sz="half" idx="1"/>
          </p:nvPr>
        </p:nvSpPr>
        <p:spPr>
          <a:xfrm>
            <a:off x="548642" y="2286000"/>
            <a:ext cx="2499359" cy="3886200"/>
          </a:xfrm>
        </p:spPr>
        <p:txBody>
          <a:bodyPr/>
          <a:lstStyle>
            <a:lvl1pPr marL="0" indent="0">
              <a:spcBef>
                <a:spcPts val="1000"/>
              </a:spcBef>
              <a:buFontTx/>
              <a:buNone/>
              <a:defRPr sz="1300">
                <a:solidFill>
                  <a:schemeClr val="tx1"/>
                </a:solidFill>
              </a:defRPr>
            </a:lvl1pPr>
            <a:lvl2pPr marL="137157" indent="-137157">
              <a:spcBef>
                <a:spcPts val="1000"/>
              </a:spcBef>
              <a:buFont typeface="Arial" panose="020B0604020202020204" pitchFamily="34" charset="0"/>
              <a:buChar char="▪"/>
              <a:defRPr sz="1300">
                <a:solidFill>
                  <a:schemeClr val="tx1"/>
                </a:solidFill>
              </a:defRPr>
            </a:lvl2pPr>
            <a:lvl3pPr marL="274313" indent="-137157">
              <a:defRPr sz="1300">
                <a:solidFill>
                  <a:schemeClr val="tx1"/>
                </a:solidFill>
              </a:defRPr>
            </a:lvl3pPr>
            <a:lvl4pPr marL="411470" indent="-137157">
              <a:defRPr sz="1300">
                <a:solidFill>
                  <a:schemeClr val="tx1"/>
                </a:solidFill>
              </a:defRPr>
            </a:lvl4pPr>
            <a:lvl5pPr marL="548626" indent="-137157">
              <a:defRPr sz="1300">
                <a:solidFill>
                  <a:schemeClr val="tx1"/>
                </a:solidFill>
              </a:defRPr>
            </a:lvl5pPr>
            <a:lvl6pPr marL="685783" indent="-137157">
              <a:defRPr sz="1300">
                <a:solidFill>
                  <a:schemeClr val="tx1"/>
                </a:solidFill>
              </a:defRPr>
            </a:lvl6pPr>
            <a:lvl7pPr marL="822939" indent="-137157">
              <a:defRPr sz="1300">
                <a:solidFill>
                  <a:schemeClr val="tx1"/>
                </a:solidFill>
              </a:defRPr>
            </a:lvl7pPr>
            <a:lvl8pPr marL="960096" indent="-137157">
              <a:defRPr sz="1300">
                <a:solidFill>
                  <a:schemeClr val="tx1"/>
                </a:solidFill>
              </a:defRPr>
            </a:lvl8pPr>
            <a:lvl9pPr marL="1097253" indent="-137157">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userDrawn="1"/>
        </p:nvCxnSpPr>
        <p:spPr>
          <a:xfrm>
            <a:off x="341376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userDrawn="1"/>
        </p:nvSpPr>
        <p:spPr>
          <a:xfrm>
            <a:off x="341376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02</a:t>
            </a:r>
          </a:p>
        </p:txBody>
      </p:sp>
      <p:sp>
        <p:nvSpPr>
          <p:cNvPr id="4" name="Content Placeholder 3"/>
          <p:cNvSpPr>
            <a:spLocks noGrp="1"/>
          </p:cNvSpPr>
          <p:nvPr>
            <p:ph sz="half" idx="2"/>
          </p:nvPr>
        </p:nvSpPr>
        <p:spPr>
          <a:xfrm>
            <a:off x="3413762" y="2286000"/>
            <a:ext cx="2499359" cy="3886200"/>
          </a:xfrm>
        </p:spPr>
        <p:txBody>
          <a:bodyPr/>
          <a:lstStyle>
            <a:lvl1pPr marL="0" indent="0">
              <a:spcBef>
                <a:spcPts val="1000"/>
              </a:spcBef>
              <a:buNone/>
              <a:defRPr sz="1300">
                <a:solidFill>
                  <a:schemeClr val="tx1"/>
                </a:solidFill>
              </a:defRPr>
            </a:lvl1pPr>
            <a:lvl2pPr marL="137157" indent="-137157">
              <a:spcBef>
                <a:spcPts val="1000"/>
              </a:spcBef>
              <a:buFont typeface="Arial" panose="020B0604020202020204" pitchFamily="34" charset="0"/>
              <a:buChar char="▪"/>
              <a:defRPr sz="1300">
                <a:solidFill>
                  <a:schemeClr val="tx1"/>
                </a:solidFill>
              </a:defRPr>
            </a:lvl2pPr>
            <a:lvl3pPr marL="274313" indent="-137157">
              <a:defRPr sz="1300">
                <a:solidFill>
                  <a:schemeClr val="tx1"/>
                </a:solidFill>
              </a:defRPr>
            </a:lvl3pPr>
            <a:lvl4pPr marL="411470" indent="-137157">
              <a:defRPr sz="1300">
                <a:solidFill>
                  <a:schemeClr val="tx1"/>
                </a:solidFill>
              </a:defRPr>
            </a:lvl4pPr>
            <a:lvl5pPr marL="548626" indent="-137157">
              <a:defRPr sz="1300">
                <a:solidFill>
                  <a:schemeClr val="tx1"/>
                </a:solidFill>
              </a:defRPr>
            </a:lvl5pPr>
            <a:lvl6pPr marL="685783" indent="-137157">
              <a:defRPr sz="1300">
                <a:solidFill>
                  <a:schemeClr val="tx1"/>
                </a:solidFill>
              </a:defRPr>
            </a:lvl6pPr>
            <a:lvl7pPr marL="822939" indent="-137157">
              <a:defRPr sz="1300">
                <a:solidFill>
                  <a:schemeClr val="tx1"/>
                </a:solidFill>
              </a:defRPr>
            </a:lvl7pPr>
            <a:lvl8pPr marL="960096" indent="-137157">
              <a:defRPr sz="1300">
                <a:solidFill>
                  <a:schemeClr val="tx1"/>
                </a:solidFill>
              </a:defRPr>
            </a:lvl8pPr>
            <a:lvl9pPr marL="1097253" indent="-137157">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userDrawn="1"/>
        </p:nvCxnSpPr>
        <p:spPr>
          <a:xfrm>
            <a:off x="627888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userDrawn="1"/>
        </p:nvSpPr>
        <p:spPr>
          <a:xfrm>
            <a:off x="627888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2" y="2286000"/>
            <a:ext cx="2499359" cy="3886200"/>
          </a:xfrm>
        </p:spPr>
        <p:txBody>
          <a:bodyPr/>
          <a:lstStyle>
            <a:lvl1pPr marL="0" indent="0">
              <a:spcBef>
                <a:spcPts val="1000"/>
              </a:spcBef>
              <a:buNone/>
              <a:defRPr sz="1300">
                <a:solidFill>
                  <a:schemeClr val="tx1"/>
                </a:solidFill>
              </a:defRPr>
            </a:lvl1pPr>
            <a:lvl2pPr marL="137157" indent="-137157">
              <a:spcBef>
                <a:spcPts val="1000"/>
              </a:spcBef>
              <a:buFont typeface="Arial" panose="020B0604020202020204" pitchFamily="34" charset="0"/>
              <a:buChar char="▪"/>
              <a:defRPr sz="1300">
                <a:solidFill>
                  <a:schemeClr val="tx1"/>
                </a:solidFill>
              </a:defRPr>
            </a:lvl2pPr>
            <a:lvl3pPr marL="274313" indent="-137157">
              <a:defRPr sz="1300">
                <a:solidFill>
                  <a:schemeClr val="tx1"/>
                </a:solidFill>
              </a:defRPr>
            </a:lvl3pPr>
            <a:lvl4pPr marL="411470" indent="-137157">
              <a:defRPr sz="1300">
                <a:solidFill>
                  <a:schemeClr val="tx1"/>
                </a:solidFill>
              </a:defRPr>
            </a:lvl4pPr>
            <a:lvl5pPr marL="548626" indent="-137157">
              <a:defRPr sz="1300">
                <a:solidFill>
                  <a:schemeClr val="tx1"/>
                </a:solidFill>
              </a:defRPr>
            </a:lvl5pPr>
            <a:lvl6pPr marL="685783" indent="-137157">
              <a:defRPr sz="1300">
                <a:solidFill>
                  <a:schemeClr val="tx1"/>
                </a:solidFill>
              </a:defRPr>
            </a:lvl6pPr>
            <a:lvl7pPr marL="822939" indent="-137157">
              <a:defRPr sz="1300">
                <a:solidFill>
                  <a:schemeClr val="tx1"/>
                </a:solidFill>
              </a:defRPr>
            </a:lvl7pPr>
            <a:lvl8pPr marL="960096" indent="-137157">
              <a:defRPr sz="1300">
                <a:solidFill>
                  <a:schemeClr val="tx1"/>
                </a:solidFill>
              </a:defRPr>
            </a:lvl8pPr>
            <a:lvl9pPr marL="1097253" indent="-137157">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userDrawn="1"/>
        </p:nvCxnSpPr>
        <p:spPr>
          <a:xfrm>
            <a:off x="914400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userDrawn="1"/>
        </p:nvSpPr>
        <p:spPr>
          <a:xfrm>
            <a:off x="914400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2" y="2286000"/>
            <a:ext cx="2499359" cy="3886200"/>
          </a:xfrm>
        </p:spPr>
        <p:txBody>
          <a:bodyPr/>
          <a:lstStyle>
            <a:lvl1pPr marL="0" indent="0">
              <a:spcBef>
                <a:spcPts val="1000"/>
              </a:spcBef>
              <a:buNone/>
              <a:defRPr sz="1300">
                <a:solidFill>
                  <a:schemeClr val="tx1"/>
                </a:solidFill>
              </a:defRPr>
            </a:lvl1pPr>
            <a:lvl2pPr marL="137157" indent="-137157">
              <a:spcBef>
                <a:spcPts val="1000"/>
              </a:spcBef>
              <a:buFont typeface="Arial" panose="020B0604020202020204" pitchFamily="34" charset="0"/>
              <a:buChar char="▪"/>
              <a:defRPr sz="1300">
                <a:solidFill>
                  <a:schemeClr val="tx1"/>
                </a:solidFill>
              </a:defRPr>
            </a:lvl2pPr>
            <a:lvl3pPr marL="274313" indent="-137157">
              <a:defRPr sz="1300">
                <a:solidFill>
                  <a:schemeClr val="tx1"/>
                </a:solidFill>
              </a:defRPr>
            </a:lvl3pPr>
            <a:lvl4pPr marL="411470" indent="-137157">
              <a:defRPr sz="1300">
                <a:solidFill>
                  <a:schemeClr val="tx1"/>
                </a:solidFill>
              </a:defRPr>
            </a:lvl4pPr>
            <a:lvl5pPr marL="548626" indent="-137157">
              <a:defRPr sz="1300">
                <a:solidFill>
                  <a:schemeClr val="tx1"/>
                </a:solidFill>
              </a:defRPr>
            </a:lvl5pPr>
            <a:lvl6pPr marL="685783" indent="-137157">
              <a:defRPr sz="1300">
                <a:solidFill>
                  <a:schemeClr val="tx1"/>
                </a:solidFill>
              </a:defRPr>
            </a:lvl6pPr>
            <a:lvl7pPr marL="822939" indent="-137157">
              <a:defRPr sz="1300">
                <a:solidFill>
                  <a:schemeClr val="tx1"/>
                </a:solidFill>
              </a:defRPr>
            </a:lvl7pPr>
            <a:lvl8pPr marL="960096" indent="-137157">
              <a:defRPr sz="1300">
                <a:solidFill>
                  <a:schemeClr val="tx1"/>
                </a:solidFill>
              </a:defRPr>
            </a:lvl8pPr>
            <a:lvl9pPr marL="1097253" indent="-137157">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CB012D9A-AE72-0239-7D2F-3E585FB16AD8}"/>
              </a:ext>
            </a:extLst>
          </p:cNvPr>
          <p:cNvSpPr>
            <a:spLocks noGrp="1"/>
          </p:cNvSpPr>
          <p:nvPr>
            <p:ph type="dt" sz="half" idx="12"/>
          </p:nvPr>
        </p:nvSpPr>
        <p:spPr/>
        <p:txBody>
          <a:bodyPr/>
          <a:lstStyle/>
          <a:p>
            <a:fld id="{694BD61C-20BA-43AF-A21F-1DAFB3200099}" type="datetime3">
              <a:rPr lang="en-US" smtClean="0"/>
              <a:t>8 June 2026</a:t>
            </a:fld>
            <a:endParaRPr lang="en-US"/>
          </a:p>
        </p:txBody>
      </p:sp>
      <p:sp>
        <p:nvSpPr>
          <p:cNvPr id="17" name="Slide Number Placeholder 16">
            <a:extLst>
              <a:ext uri="{FF2B5EF4-FFF2-40B4-BE49-F238E27FC236}">
                <a16:creationId xmlns:a16="http://schemas.microsoft.com/office/drawing/2014/main" id="{D07D52D1-634D-ECD5-045A-38F96B973AD0}"/>
              </a:ext>
            </a:extLst>
          </p:cNvPr>
          <p:cNvSpPr>
            <a:spLocks noGrp="1"/>
          </p:cNvSpPr>
          <p:nvPr>
            <p:ph type="sldNum" sz="quarter" idx="13"/>
          </p:nvPr>
        </p:nvSpPr>
        <p:spPr/>
        <p:txBody>
          <a:bodyPr/>
          <a:lstStyle/>
          <a:p>
            <a:fld id="{64E5BE4B-2FBF-4174-9E62-85FAD1CB43A6}" type="slidenum">
              <a:rPr lang="en-US" smtClean="0"/>
              <a:pPr/>
              <a:t>‹#›</a:t>
            </a:fld>
            <a:endParaRPr lang="en-US"/>
          </a:p>
        </p:txBody>
      </p:sp>
      <p:sp>
        <p:nvSpPr>
          <p:cNvPr id="21" name="Rectangle 15">
            <a:extLst>
              <a:ext uri="{FF2B5EF4-FFF2-40B4-BE49-F238E27FC236}">
                <a16:creationId xmlns:a16="http://schemas.microsoft.com/office/drawing/2014/main" id="{DEB0DA69-FBF7-5C40-833F-1B7B11772F88}"/>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22" name="Rectangle 21">
            <a:extLst>
              <a:ext uri="{FF2B5EF4-FFF2-40B4-BE49-F238E27FC236}">
                <a16:creationId xmlns:a16="http://schemas.microsoft.com/office/drawing/2014/main" id="{D597C6E0-6809-7398-D956-E5305EC75B10}"/>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2" name="Picture 1">
            <a:extLst>
              <a:ext uri="{FF2B5EF4-FFF2-40B4-BE49-F238E27FC236}">
                <a16:creationId xmlns:a16="http://schemas.microsoft.com/office/drawing/2014/main" id="{E584E015-ECF9-BB95-F3AC-0C50F66718F1}"/>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149711784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 Numbers - Whit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D6FD270-DB0B-36F0-B138-75209607ED74}"/>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userDrawn="1"/>
        </p:nvCxnSpPr>
        <p:spPr>
          <a:xfrm>
            <a:off x="54864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userDrawn="1"/>
        </p:nvSpPr>
        <p:spPr>
          <a:xfrm>
            <a:off x="54864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01</a:t>
            </a:r>
          </a:p>
        </p:txBody>
      </p:sp>
      <p:sp>
        <p:nvSpPr>
          <p:cNvPr id="3" name="Content Placeholder 2"/>
          <p:cNvSpPr>
            <a:spLocks noGrp="1"/>
          </p:cNvSpPr>
          <p:nvPr>
            <p:ph sz="half" idx="1"/>
          </p:nvPr>
        </p:nvSpPr>
        <p:spPr>
          <a:xfrm>
            <a:off x="548642" y="2286000"/>
            <a:ext cx="2499359" cy="3886200"/>
          </a:xfrm>
        </p:spPr>
        <p:txBody>
          <a:bodyPr/>
          <a:lstStyle>
            <a:lvl1pPr marL="0" indent="0">
              <a:spcBef>
                <a:spcPts val="1000"/>
              </a:spcBef>
              <a:buFontTx/>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userDrawn="1"/>
        </p:nvCxnSpPr>
        <p:spPr>
          <a:xfrm>
            <a:off x="341376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userDrawn="1"/>
        </p:nvSpPr>
        <p:spPr>
          <a:xfrm>
            <a:off x="341376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02</a:t>
            </a:r>
          </a:p>
        </p:txBody>
      </p:sp>
      <p:sp>
        <p:nvSpPr>
          <p:cNvPr id="4" name="Content Placeholder 3"/>
          <p:cNvSpPr>
            <a:spLocks noGrp="1"/>
          </p:cNvSpPr>
          <p:nvPr>
            <p:ph sz="half" idx="2"/>
          </p:nvPr>
        </p:nvSpPr>
        <p:spPr>
          <a:xfrm>
            <a:off x="3413762" y="2286000"/>
            <a:ext cx="2499359" cy="388620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userDrawn="1"/>
        </p:nvCxnSpPr>
        <p:spPr>
          <a:xfrm>
            <a:off x="627888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userDrawn="1"/>
        </p:nvSpPr>
        <p:spPr>
          <a:xfrm>
            <a:off x="627888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2" y="2286000"/>
            <a:ext cx="2499359" cy="388620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userDrawn="1"/>
        </p:nvCxnSpPr>
        <p:spPr>
          <a:xfrm>
            <a:off x="914400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userDrawn="1"/>
        </p:nvSpPr>
        <p:spPr>
          <a:xfrm>
            <a:off x="914400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2" y="2286000"/>
            <a:ext cx="2499359" cy="388620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BE669241-96AF-C7FA-0BE4-6592ABD25879}"/>
              </a:ext>
            </a:extLst>
          </p:cNvPr>
          <p:cNvSpPr>
            <a:spLocks noGrp="1"/>
          </p:cNvSpPr>
          <p:nvPr>
            <p:ph type="dt" sz="half" idx="12"/>
          </p:nvPr>
        </p:nvSpPr>
        <p:spPr/>
        <p:txBody>
          <a:bodyPr/>
          <a:lstStyle/>
          <a:p>
            <a:fld id="{A7B8021B-6105-4216-96FC-94348F216D0E}" type="datetime3">
              <a:rPr lang="en-US" smtClean="0"/>
              <a:t>8 June 2026</a:t>
            </a:fld>
            <a:endParaRPr lang="en-US"/>
          </a:p>
        </p:txBody>
      </p:sp>
      <p:sp>
        <p:nvSpPr>
          <p:cNvPr id="17" name="Slide Number Placeholder 16">
            <a:extLst>
              <a:ext uri="{FF2B5EF4-FFF2-40B4-BE49-F238E27FC236}">
                <a16:creationId xmlns:a16="http://schemas.microsoft.com/office/drawing/2014/main" id="{A6C2643F-F661-8B8E-E36F-1F135C6F65B8}"/>
              </a:ext>
            </a:extLst>
          </p:cNvPr>
          <p:cNvSpPr>
            <a:spLocks noGrp="1"/>
          </p:cNvSpPr>
          <p:nvPr>
            <p:ph type="sldNum" sz="quarter" idx="1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2973486591"/>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8 Numbers">
    <p:bg>
      <p:bgPr>
        <a:solidFill>
          <a:srgbClr val="221F20"/>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AEEBA188-82A1-2FC4-842F-8120003B65B0}"/>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userDrawn="1"/>
        </p:nvCxnSpPr>
        <p:spPr>
          <a:xfrm>
            <a:off x="54864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userDrawn="1"/>
        </p:nvSpPr>
        <p:spPr>
          <a:xfrm>
            <a:off x="54864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01</a:t>
            </a:r>
          </a:p>
        </p:txBody>
      </p:sp>
      <p:sp>
        <p:nvSpPr>
          <p:cNvPr id="3" name="Content Placeholder 2"/>
          <p:cNvSpPr>
            <a:spLocks noGrp="1"/>
          </p:cNvSpPr>
          <p:nvPr>
            <p:ph sz="half" idx="1"/>
          </p:nvPr>
        </p:nvSpPr>
        <p:spPr>
          <a:xfrm>
            <a:off x="548642" y="2286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userDrawn="1"/>
        </p:nvCxnSpPr>
        <p:spPr>
          <a:xfrm>
            <a:off x="341376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userDrawn="1"/>
        </p:nvSpPr>
        <p:spPr>
          <a:xfrm>
            <a:off x="341376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02</a:t>
            </a:r>
          </a:p>
        </p:txBody>
      </p:sp>
      <p:sp>
        <p:nvSpPr>
          <p:cNvPr id="4" name="Content Placeholder 3"/>
          <p:cNvSpPr>
            <a:spLocks noGrp="1"/>
          </p:cNvSpPr>
          <p:nvPr>
            <p:ph sz="half" idx="2"/>
          </p:nvPr>
        </p:nvSpPr>
        <p:spPr>
          <a:xfrm>
            <a:off x="3413762" y="2286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userDrawn="1"/>
        </p:nvCxnSpPr>
        <p:spPr>
          <a:xfrm>
            <a:off x="627888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userDrawn="1"/>
        </p:nvSpPr>
        <p:spPr>
          <a:xfrm>
            <a:off x="627888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2" y="2286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userDrawn="1"/>
        </p:nvCxnSpPr>
        <p:spPr>
          <a:xfrm>
            <a:off x="914400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userDrawn="1"/>
        </p:nvSpPr>
        <p:spPr>
          <a:xfrm>
            <a:off x="914400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2" y="2286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Line">
            <a:extLst>
              <a:ext uri="{FF2B5EF4-FFF2-40B4-BE49-F238E27FC236}">
                <a16:creationId xmlns:a16="http://schemas.microsoft.com/office/drawing/2014/main" id="{1A90E933-723C-D9CC-B7AB-3043EDAB638D}"/>
              </a:ext>
              <a:ext uri="{C183D7F6-B498-43B3-948B-1728B52AA6E4}">
                <adec:decorative xmlns:adec="http://schemas.microsoft.com/office/drawing/2017/decorative" val="1"/>
              </a:ext>
            </a:extLst>
          </p:cNvPr>
          <p:cNvCxnSpPr>
            <a:cxnSpLocks/>
          </p:cNvCxnSpPr>
          <p:nvPr userDrawn="1"/>
        </p:nvCxnSpPr>
        <p:spPr>
          <a:xfrm>
            <a:off x="54864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8" name="TextBox">
            <a:extLst>
              <a:ext uri="{FF2B5EF4-FFF2-40B4-BE49-F238E27FC236}">
                <a16:creationId xmlns:a16="http://schemas.microsoft.com/office/drawing/2014/main" id="{8E3B414F-BCCF-E0E0-A5B7-9D21FED7A614}"/>
              </a:ext>
            </a:extLst>
          </p:cNvPr>
          <p:cNvSpPr txBox="1"/>
          <p:nvPr userDrawn="1"/>
        </p:nvSpPr>
        <p:spPr>
          <a:xfrm>
            <a:off x="54864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05</a:t>
            </a:r>
          </a:p>
        </p:txBody>
      </p:sp>
      <p:sp>
        <p:nvSpPr>
          <p:cNvPr id="18" name="Content Placeholder 6">
            <a:extLst>
              <a:ext uri="{FF2B5EF4-FFF2-40B4-BE49-F238E27FC236}">
                <a16:creationId xmlns:a16="http://schemas.microsoft.com/office/drawing/2014/main" id="{5731522F-82BF-A739-FBD5-84B13AFCBF10}"/>
              </a:ext>
            </a:extLst>
          </p:cNvPr>
          <p:cNvSpPr>
            <a:spLocks noGrp="1"/>
          </p:cNvSpPr>
          <p:nvPr>
            <p:ph sz="half" idx="12"/>
          </p:nvPr>
        </p:nvSpPr>
        <p:spPr>
          <a:xfrm>
            <a:off x="548642" y="4572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9" name="Line">
            <a:extLst>
              <a:ext uri="{FF2B5EF4-FFF2-40B4-BE49-F238E27FC236}">
                <a16:creationId xmlns:a16="http://schemas.microsoft.com/office/drawing/2014/main" id="{B07AB9A6-54AF-4DC6-E298-2E576695A65F}"/>
              </a:ext>
              <a:ext uri="{C183D7F6-B498-43B3-948B-1728B52AA6E4}">
                <adec:decorative xmlns:adec="http://schemas.microsoft.com/office/drawing/2017/decorative" val="1"/>
              </a:ext>
            </a:extLst>
          </p:cNvPr>
          <p:cNvCxnSpPr>
            <a:cxnSpLocks/>
          </p:cNvCxnSpPr>
          <p:nvPr userDrawn="1"/>
        </p:nvCxnSpPr>
        <p:spPr>
          <a:xfrm>
            <a:off x="341376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0" name="TextBox">
            <a:extLst>
              <a:ext uri="{FF2B5EF4-FFF2-40B4-BE49-F238E27FC236}">
                <a16:creationId xmlns:a16="http://schemas.microsoft.com/office/drawing/2014/main" id="{E79A49CF-30B2-91DC-6BCA-2A41DD4CBF09}"/>
              </a:ext>
            </a:extLst>
          </p:cNvPr>
          <p:cNvSpPr txBox="1"/>
          <p:nvPr userDrawn="1"/>
        </p:nvSpPr>
        <p:spPr>
          <a:xfrm>
            <a:off x="341376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06</a:t>
            </a:r>
          </a:p>
        </p:txBody>
      </p:sp>
      <p:sp>
        <p:nvSpPr>
          <p:cNvPr id="25" name="Content Placeholder 7">
            <a:extLst>
              <a:ext uri="{FF2B5EF4-FFF2-40B4-BE49-F238E27FC236}">
                <a16:creationId xmlns:a16="http://schemas.microsoft.com/office/drawing/2014/main" id="{5FE6691B-ACEF-8803-7DC3-70B52F899908}"/>
              </a:ext>
            </a:extLst>
          </p:cNvPr>
          <p:cNvSpPr>
            <a:spLocks noGrp="1"/>
          </p:cNvSpPr>
          <p:nvPr>
            <p:ph sz="half" idx="13"/>
          </p:nvPr>
        </p:nvSpPr>
        <p:spPr>
          <a:xfrm>
            <a:off x="3413762" y="4572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1" name="Line">
            <a:extLst>
              <a:ext uri="{FF2B5EF4-FFF2-40B4-BE49-F238E27FC236}">
                <a16:creationId xmlns:a16="http://schemas.microsoft.com/office/drawing/2014/main" id="{DE9CD609-8A04-24B8-B562-11703E18D251}"/>
              </a:ext>
              <a:ext uri="{C183D7F6-B498-43B3-948B-1728B52AA6E4}">
                <adec:decorative xmlns:adec="http://schemas.microsoft.com/office/drawing/2017/decorative" val="1"/>
              </a:ext>
            </a:extLst>
          </p:cNvPr>
          <p:cNvCxnSpPr>
            <a:cxnSpLocks/>
          </p:cNvCxnSpPr>
          <p:nvPr userDrawn="1"/>
        </p:nvCxnSpPr>
        <p:spPr>
          <a:xfrm>
            <a:off x="627888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2" name="TextBox">
            <a:extLst>
              <a:ext uri="{FF2B5EF4-FFF2-40B4-BE49-F238E27FC236}">
                <a16:creationId xmlns:a16="http://schemas.microsoft.com/office/drawing/2014/main" id="{7C5E0031-266F-D418-0BAB-9BD3C4F1EC3F}"/>
              </a:ext>
            </a:extLst>
          </p:cNvPr>
          <p:cNvSpPr txBox="1"/>
          <p:nvPr userDrawn="1"/>
        </p:nvSpPr>
        <p:spPr>
          <a:xfrm>
            <a:off x="627888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07</a:t>
            </a:r>
          </a:p>
        </p:txBody>
      </p:sp>
      <p:sp>
        <p:nvSpPr>
          <p:cNvPr id="26" name="Content Placeholder 8">
            <a:extLst>
              <a:ext uri="{FF2B5EF4-FFF2-40B4-BE49-F238E27FC236}">
                <a16:creationId xmlns:a16="http://schemas.microsoft.com/office/drawing/2014/main" id="{772BE48E-72DE-7245-BBDA-BF3FEC69BED1}"/>
              </a:ext>
            </a:extLst>
          </p:cNvPr>
          <p:cNvSpPr>
            <a:spLocks noGrp="1"/>
          </p:cNvSpPr>
          <p:nvPr>
            <p:ph sz="half" idx="14"/>
          </p:nvPr>
        </p:nvSpPr>
        <p:spPr>
          <a:xfrm>
            <a:off x="6278882" y="4572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Line">
            <a:extLst>
              <a:ext uri="{FF2B5EF4-FFF2-40B4-BE49-F238E27FC236}">
                <a16:creationId xmlns:a16="http://schemas.microsoft.com/office/drawing/2014/main" id="{51FB53C0-6EA8-D891-85A3-23EE83EADE03}"/>
              </a:ext>
              <a:ext uri="{C183D7F6-B498-43B3-948B-1728B52AA6E4}">
                <adec:decorative xmlns:adec="http://schemas.microsoft.com/office/drawing/2017/decorative" val="1"/>
              </a:ext>
            </a:extLst>
          </p:cNvPr>
          <p:cNvCxnSpPr>
            <a:cxnSpLocks/>
          </p:cNvCxnSpPr>
          <p:nvPr userDrawn="1"/>
        </p:nvCxnSpPr>
        <p:spPr>
          <a:xfrm>
            <a:off x="914400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4" name="TextBox">
            <a:extLst>
              <a:ext uri="{FF2B5EF4-FFF2-40B4-BE49-F238E27FC236}">
                <a16:creationId xmlns:a16="http://schemas.microsoft.com/office/drawing/2014/main" id="{6BF9F70B-8D8A-3E73-E423-909DA6A75EB4}"/>
              </a:ext>
            </a:extLst>
          </p:cNvPr>
          <p:cNvSpPr txBox="1"/>
          <p:nvPr userDrawn="1"/>
        </p:nvSpPr>
        <p:spPr>
          <a:xfrm>
            <a:off x="914400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08</a:t>
            </a:r>
          </a:p>
        </p:txBody>
      </p:sp>
      <p:sp>
        <p:nvSpPr>
          <p:cNvPr id="27" name="Content Placeholder 9">
            <a:extLst>
              <a:ext uri="{FF2B5EF4-FFF2-40B4-BE49-F238E27FC236}">
                <a16:creationId xmlns:a16="http://schemas.microsoft.com/office/drawing/2014/main" id="{EA060839-AF98-8040-7AE9-8F0D7E00C135}"/>
              </a:ext>
            </a:extLst>
          </p:cNvPr>
          <p:cNvSpPr>
            <a:spLocks noGrp="1"/>
          </p:cNvSpPr>
          <p:nvPr>
            <p:ph sz="half" idx="15"/>
          </p:nvPr>
        </p:nvSpPr>
        <p:spPr>
          <a:xfrm>
            <a:off x="9144002" y="4572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Date Placeholder 27">
            <a:extLst>
              <a:ext uri="{FF2B5EF4-FFF2-40B4-BE49-F238E27FC236}">
                <a16:creationId xmlns:a16="http://schemas.microsoft.com/office/drawing/2014/main" id="{6E3723B8-B265-6943-67A5-DF3F0D5EC1CD}"/>
              </a:ext>
            </a:extLst>
          </p:cNvPr>
          <p:cNvSpPr>
            <a:spLocks noGrp="1"/>
          </p:cNvSpPr>
          <p:nvPr>
            <p:ph type="dt" sz="half" idx="16"/>
          </p:nvPr>
        </p:nvSpPr>
        <p:spPr/>
        <p:txBody>
          <a:bodyPr/>
          <a:lstStyle/>
          <a:p>
            <a:fld id="{5D27CFAB-73E6-44A8-B862-B3306344E3F2}" type="datetime3">
              <a:rPr lang="en-US" smtClean="0"/>
              <a:t>8 June 2026</a:t>
            </a:fld>
            <a:endParaRPr lang="en-US"/>
          </a:p>
        </p:txBody>
      </p:sp>
      <p:sp>
        <p:nvSpPr>
          <p:cNvPr id="29" name="Slide Number Placeholder 28">
            <a:extLst>
              <a:ext uri="{FF2B5EF4-FFF2-40B4-BE49-F238E27FC236}">
                <a16:creationId xmlns:a16="http://schemas.microsoft.com/office/drawing/2014/main" id="{8D4AF177-759A-A93C-2097-C2C22D93680F}"/>
              </a:ext>
            </a:extLst>
          </p:cNvPr>
          <p:cNvSpPr>
            <a:spLocks noGrp="1"/>
          </p:cNvSpPr>
          <p:nvPr>
            <p:ph type="sldNum" sz="quarter" idx="17"/>
          </p:nvPr>
        </p:nvSpPr>
        <p:spPr/>
        <p:txBody>
          <a:bodyPr/>
          <a:lstStyle/>
          <a:p>
            <a:fld id="{64E5BE4B-2FBF-4174-9E62-85FAD1CB43A6}" type="slidenum">
              <a:rPr lang="en-US" smtClean="0"/>
              <a:pPr/>
              <a:t>‹#›</a:t>
            </a:fld>
            <a:endParaRPr lang="en-US"/>
          </a:p>
        </p:txBody>
      </p:sp>
      <p:sp>
        <p:nvSpPr>
          <p:cNvPr id="36" name="Rectangle 15">
            <a:extLst>
              <a:ext uri="{FF2B5EF4-FFF2-40B4-BE49-F238E27FC236}">
                <a16:creationId xmlns:a16="http://schemas.microsoft.com/office/drawing/2014/main" id="{FEDB97C0-F514-9C55-3E16-9FC0105AEFDF}"/>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37" name="Rectangle 36">
            <a:extLst>
              <a:ext uri="{FF2B5EF4-FFF2-40B4-BE49-F238E27FC236}">
                <a16:creationId xmlns:a16="http://schemas.microsoft.com/office/drawing/2014/main" id="{0C06597B-21CB-E031-D41A-B15442D12216}"/>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2" name="Picture 1">
            <a:extLst>
              <a:ext uri="{FF2B5EF4-FFF2-40B4-BE49-F238E27FC236}">
                <a16:creationId xmlns:a16="http://schemas.microsoft.com/office/drawing/2014/main" id="{7E419FAE-92B3-3B6A-EDE9-C7A373F39B65}"/>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265377995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8 Numbers - White">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963F0940-E33E-9D7F-C52B-16CFD0545B23}"/>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userDrawn="1"/>
        </p:nvCxnSpPr>
        <p:spPr>
          <a:xfrm>
            <a:off x="54864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userDrawn="1"/>
        </p:nvSpPr>
        <p:spPr>
          <a:xfrm>
            <a:off x="54864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01</a:t>
            </a:r>
          </a:p>
        </p:txBody>
      </p:sp>
      <p:sp>
        <p:nvSpPr>
          <p:cNvPr id="3" name="Content Placeholder 2"/>
          <p:cNvSpPr>
            <a:spLocks noGrp="1"/>
          </p:cNvSpPr>
          <p:nvPr>
            <p:ph sz="half" idx="1"/>
          </p:nvPr>
        </p:nvSpPr>
        <p:spPr>
          <a:xfrm>
            <a:off x="548642" y="2286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userDrawn="1"/>
        </p:nvCxnSpPr>
        <p:spPr>
          <a:xfrm>
            <a:off x="341376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userDrawn="1"/>
        </p:nvSpPr>
        <p:spPr>
          <a:xfrm>
            <a:off x="341376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02</a:t>
            </a:r>
          </a:p>
        </p:txBody>
      </p:sp>
      <p:sp>
        <p:nvSpPr>
          <p:cNvPr id="4" name="Content Placeholder 3"/>
          <p:cNvSpPr>
            <a:spLocks noGrp="1"/>
          </p:cNvSpPr>
          <p:nvPr>
            <p:ph sz="half" idx="2"/>
          </p:nvPr>
        </p:nvSpPr>
        <p:spPr>
          <a:xfrm>
            <a:off x="3413762" y="2286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userDrawn="1"/>
        </p:nvCxnSpPr>
        <p:spPr>
          <a:xfrm>
            <a:off x="627888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userDrawn="1"/>
        </p:nvSpPr>
        <p:spPr>
          <a:xfrm>
            <a:off x="627888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2" y="2286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userDrawn="1"/>
        </p:nvCxnSpPr>
        <p:spPr>
          <a:xfrm>
            <a:off x="914400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userDrawn="1"/>
        </p:nvSpPr>
        <p:spPr>
          <a:xfrm>
            <a:off x="914400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2" y="2286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Line">
            <a:extLst>
              <a:ext uri="{FF2B5EF4-FFF2-40B4-BE49-F238E27FC236}">
                <a16:creationId xmlns:a16="http://schemas.microsoft.com/office/drawing/2014/main" id="{1A90E933-723C-D9CC-B7AB-3043EDAB638D}"/>
              </a:ext>
              <a:ext uri="{C183D7F6-B498-43B3-948B-1728B52AA6E4}">
                <adec:decorative xmlns:adec="http://schemas.microsoft.com/office/drawing/2017/decorative" val="1"/>
              </a:ext>
            </a:extLst>
          </p:cNvPr>
          <p:cNvCxnSpPr>
            <a:cxnSpLocks/>
          </p:cNvCxnSpPr>
          <p:nvPr userDrawn="1"/>
        </p:nvCxnSpPr>
        <p:spPr>
          <a:xfrm>
            <a:off x="54864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8" name="TextBox">
            <a:extLst>
              <a:ext uri="{FF2B5EF4-FFF2-40B4-BE49-F238E27FC236}">
                <a16:creationId xmlns:a16="http://schemas.microsoft.com/office/drawing/2014/main" id="{8E3B414F-BCCF-E0E0-A5B7-9D21FED7A614}"/>
              </a:ext>
            </a:extLst>
          </p:cNvPr>
          <p:cNvSpPr txBox="1"/>
          <p:nvPr userDrawn="1"/>
        </p:nvSpPr>
        <p:spPr>
          <a:xfrm>
            <a:off x="54864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05</a:t>
            </a:r>
          </a:p>
        </p:txBody>
      </p:sp>
      <p:sp>
        <p:nvSpPr>
          <p:cNvPr id="18" name="Content Placeholder 6">
            <a:extLst>
              <a:ext uri="{FF2B5EF4-FFF2-40B4-BE49-F238E27FC236}">
                <a16:creationId xmlns:a16="http://schemas.microsoft.com/office/drawing/2014/main" id="{5731522F-82BF-A739-FBD5-84B13AFCBF10}"/>
              </a:ext>
            </a:extLst>
          </p:cNvPr>
          <p:cNvSpPr>
            <a:spLocks noGrp="1"/>
          </p:cNvSpPr>
          <p:nvPr>
            <p:ph sz="half" idx="12"/>
          </p:nvPr>
        </p:nvSpPr>
        <p:spPr>
          <a:xfrm>
            <a:off x="548642" y="4572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9" name="Line">
            <a:extLst>
              <a:ext uri="{FF2B5EF4-FFF2-40B4-BE49-F238E27FC236}">
                <a16:creationId xmlns:a16="http://schemas.microsoft.com/office/drawing/2014/main" id="{B07AB9A6-54AF-4DC6-E298-2E576695A65F}"/>
              </a:ext>
              <a:ext uri="{C183D7F6-B498-43B3-948B-1728B52AA6E4}">
                <adec:decorative xmlns:adec="http://schemas.microsoft.com/office/drawing/2017/decorative" val="1"/>
              </a:ext>
            </a:extLst>
          </p:cNvPr>
          <p:cNvCxnSpPr>
            <a:cxnSpLocks/>
          </p:cNvCxnSpPr>
          <p:nvPr userDrawn="1"/>
        </p:nvCxnSpPr>
        <p:spPr>
          <a:xfrm>
            <a:off x="341376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0" name="TextBox">
            <a:extLst>
              <a:ext uri="{FF2B5EF4-FFF2-40B4-BE49-F238E27FC236}">
                <a16:creationId xmlns:a16="http://schemas.microsoft.com/office/drawing/2014/main" id="{E79A49CF-30B2-91DC-6BCA-2A41DD4CBF09}"/>
              </a:ext>
            </a:extLst>
          </p:cNvPr>
          <p:cNvSpPr txBox="1"/>
          <p:nvPr userDrawn="1"/>
        </p:nvSpPr>
        <p:spPr>
          <a:xfrm>
            <a:off x="341376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06</a:t>
            </a:r>
          </a:p>
        </p:txBody>
      </p:sp>
      <p:sp>
        <p:nvSpPr>
          <p:cNvPr id="25" name="Content Placeholder 7">
            <a:extLst>
              <a:ext uri="{FF2B5EF4-FFF2-40B4-BE49-F238E27FC236}">
                <a16:creationId xmlns:a16="http://schemas.microsoft.com/office/drawing/2014/main" id="{5FE6691B-ACEF-8803-7DC3-70B52F899908}"/>
              </a:ext>
            </a:extLst>
          </p:cNvPr>
          <p:cNvSpPr>
            <a:spLocks noGrp="1"/>
          </p:cNvSpPr>
          <p:nvPr>
            <p:ph sz="half" idx="13"/>
          </p:nvPr>
        </p:nvSpPr>
        <p:spPr>
          <a:xfrm>
            <a:off x="3413762" y="4572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1" name="Line">
            <a:extLst>
              <a:ext uri="{FF2B5EF4-FFF2-40B4-BE49-F238E27FC236}">
                <a16:creationId xmlns:a16="http://schemas.microsoft.com/office/drawing/2014/main" id="{DE9CD609-8A04-24B8-B562-11703E18D251}"/>
              </a:ext>
              <a:ext uri="{C183D7F6-B498-43B3-948B-1728B52AA6E4}">
                <adec:decorative xmlns:adec="http://schemas.microsoft.com/office/drawing/2017/decorative" val="1"/>
              </a:ext>
            </a:extLst>
          </p:cNvPr>
          <p:cNvCxnSpPr>
            <a:cxnSpLocks/>
          </p:cNvCxnSpPr>
          <p:nvPr userDrawn="1"/>
        </p:nvCxnSpPr>
        <p:spPr>
          <a:xfrm>
            <a:off x="627888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2" name="TextBox">
            <a:extLst>
              <a:ext uri="{FF2B5EF4-FFF2-40B4-BE49-F238E27FC236}">
                <a16:creationId xmlns:a16="http://schemas.microsoft.com/office/drawing/2014/main" id="{7C5E0031-266F-D418-0BAB-9BD3C4F1EC3F}"/>
              </a:ext>
            </a:extLst>
          </p:cNvPr>
          <p:cNvSpPr txBox="1"/>
          <p:nvPr userDrawn="1"/>
        </p:nvSpPr>
        <p:spPr>
          <a:xfrm>
            <a:off x="627888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07</a:t>
            </a:r>
          </a:p>
        </p:txBody>
      </p:sp>
      <p:sp>
        <p:nvSpPr>
          <p:cNvPr id="26" name="Content Placeholder 8">
            <a:extLst>
              <a:ext uri="{FF2B5EF4-FFF2-40B4-BE49-F238E27FC236}">
                <a16:creationId xmlns:a16="http://schemas.microsoft.com/office/drawing/2014/main" id="{772BE48E-72DE-7245-BBDA-BF3FEC69BED1}"/>
              </a:ext>
            </a:extLst>
          </p:cNvPr>
          <p:cNvSpPr>
            <a:spLocks noGrp="1"/>
          </p:cNvSpPr>
          <p:nvPr>
            <p:ph sz="half" idx="14"/>
          </p:nvPr>
        </p:nvSpPr>
        <p:spPr>
          <a:xfrm>
            <a:off x="6278882" y="4572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Line">
            <a:extLst>
              <a:ext uri="{FF2B5EF4-FFF2-40B4-BE49-F238E27FC236}">
                <a16:creationId xmlns:a16="http://schemas.microsoft.com/office/drawing/2014/main" id="{51FB53C0-6EA8-D891-85A3-23EE83EADE03}"/>
              </a:ext>
              <a:ext uri="{C183D7F6-B498-43B3-948B-1728B52AA6E4}">
                <adec:decorative xmlns:adec="http://schemas.microsoft.com/office/drawing/2017/decorative" val="1"/>
              </a:ext>
            </a:extLst>
          </p:cNvPr>
          <p:cNvCxnSpPr>
            <a:cxnSpLocks/>
          </p:cNvCxnSpPr>
          <p:nvPr userDrawn="1"/>
        </p:nvCxnSpPr>
        <p:spPr>
          <a:xfrm>
            <a:off x="914400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4" name="TextBox">
            <a:extLst>
              <a:ext uri="{FF2B5EF4-FFF2-40B4-BE49-F238E27FC236}">
                <a16:creationId xmlns:a16="http://schemas.microsoft.com/office/drawing/2014/main" id="{6BF9F70B-8D8A-3E73-E423-909DA6A75EB4}"/>
              </a:ext>
            </a:extLst>
          </p:cNvPr>
          <p:cNvSpPr txBox="1"/>
          <p:nvPr userDrawn="1"/>
        </p:nvSpPr>
        <p:spPr>
          <a:xfrm>
            <a:off x="914400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08</a:t>
            </a:r>
          </a:p>
        </p:txBody>
      </p:sp>
      <p:sp>
        <p:nvSpPr>
          <p:cNvPr id="27" name="Content Placeholder 9">
            <a:extLst>
              <a:ext uri="{FF2B5EF4-FFF2-40B4-BE49-F238E27FC236}">
                <a16:creationId xmlns:a16="http://schemas.microsoft.com/office/drawing/2014/main" id="{EA060839-AF98-8040-7AE9-8F0D7E00C135}"/>
              </a:ext>
            </a:extLst>
          </p:cNvPr>
          <p:cNvSpPr>
            <a:spLocks noGrp="1"/>
          </p:cNvSpPr>
          <p:nvPr>
            <p:ph sz="half" idx="15"/>
          </p:nvPr>
        </p:nvSpPr>
        <p:spPr>
          <a:xfrm>
            <a:off x="9144002" y="4572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Date Placeholder 27">
            <a:extLst>
              <a:ext uri="{FF2B5EF4-FFF2-40B4-BE49-F238E27FC236}">
                <a16:creationId xmlns:a16="http://schemas.microsoft.com/office/drawing/2014/main" id="{4C43927A-9072-62B2-E6B6-C90CC98BD41F}"/>
              </a:ext>
            </a:extLst>
          </p:cNvPr>
          <p:cNvSpPr>
            <a:spLocks noGrp="1"/>
          </p:cNvSpPr>
          <p:nvPr>
            <p:ph type="dt" sz="half" idx="16"/>
          </p:nvPr>
        </p:nvSpPr>
        <p:spPr/>
        <p:txBody>
          <a:bodyPr/>
          <a:lstStyle/>
          <a:p>
            <a:fld id="{A9B2E784-A5F5-4301-881B-94AC8DBF9DED}" type="datetime3">
              <a:rPr lang="en-US" smtClean="0"/>
              <a:t>8 June 2026</a:t>
            </a:fld>
            <a:endParaRPr lang="en-US"/>
          </a:p>
        </p:txBody>
      </p:sp>
      <p:sp>
        <p:nvSpPr>
          <p:cNvPr id="29" name="Slide Number Placeholder 28">
            <a:extLst>
              <a:ext uri="{FF2B5EF4-FFF2-40B4-BE49-F238E27FC236}">
                <a16:creationId xmlns:a16="http://schemas.microsoft.com/office/drawing/2014/main" id="{7C0BB974-2130-F29B-EFD0-42CC6056022B}"/>
              </a:ext>
            </a:extLst>
          </p:cNvPr>
          <p:cNvSpPr>
            <a:spLocks noGrp="1"/>
          </p:cNvSpPr>
          <p:nvPr>
            <p:ph type="sldNum" sz="quarter" idx="17"/>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1038204319"/>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ull Image">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A0F3CE13-290E-12C4-BDCA-17CB5BAFF747}"/>
              </a:ext>
            </a:extLst>
          </p:cNvPr>
          <p:cNvSpPr>
            <a:spLocks noGrp="1"/>
          </p:cNvSpPr>
          <p:nvPr>
            <p:ph type="pic" sz="quarter" idx="10"/>
          </p:nvPr>
        </p:nvSpPr>
        <p:spPr>
          <a:xfrm>
            <a:off x="0" y="228600"/>
            <a:ext cx="12192000" cy="640080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4" name="Title 2">
            <a:extLst>
              <a:ext uri="{FF2B5EF4-FFF2-40B4-BE49-F238E27FC236}">
                <a16:creationId xmlns:a16="http://schemas.microsoft.com/office/drawing/2014/main" id="{0AF67DC4-909F-6BF0-DB86-8675E25715AB}"/>
              </a:ext>
            </a:extLst>
          </p:cNvPr>
          <p:cNvSpPr>
            <a:spLocks noGrp="1"/>
          </p:cNvSpPr>
          <p:nvPr>
            <p:ph type="title" hasCustomPrompt="1"/>
          </p:nvPr>
        </p:nvSpPr>
        <p:spPr/>
        <p:txBody>
          <a:bodyPr/>
          <a:lstStyle/>
          <a:p>
            <a:r>
              <a:rPr lang="en-US"/>
              <a:t>[Slide title]</a:t>
            </a:r>
          </a:p>
        </p:txBody>
      </p:sp>
      <p:sp>
        <p:nvSpPr>
          <p:cNvPr id="3" name="Date Placeholder 2">
            <a:extLst>
              <a:ext uri="{FF2B5EF4-FFF2-40B4-BE49-F238E27FC236}">
                <a16:creationId xmlns:a16="http://schemas.microsoft.com/office/drawing/2014/main" id="{FFF3D174-1921-7F28-5394-750C376C77F2}"/>
              </a:ext>
            </a:extLst>
          </p:cNvPr>
          <p:cNvSpPr>
            <a:spLocks noGrp="1"/>
          </p:cNvSpPr>
          <p:nvPr>
            <p:ph type="dt" sz="half" idx="11"/>
          </p:nvPr>
        </p:nvSpPr>
        <p:spPr/>
        <p:txBody>
          <a:bodyPr/>
          <a:lstStyle/>
          <a:p>
            <a:fld id="{18EAB3A5-9E92-4BB9-8F22-9632B4FBEDBA}" type="datetime3">
              <a:rPr lang="en-US" smtClean="0"/>
              <a:t>8 June 2026</a:t>
            </a:fld>
            <a:endParaRPr lang="en-US"/>
          </a:p>
        </p:txBody>
      </p:sp>
      <p:sp>
        <p:nvSpPr>
          <p:cNvPr id="5" name="Slide Number Placeholder 4">
            <a:extLst>
              <a:ext uri="{FF2B5EF4-FFF2-40B4-BE49-F238E27FC236}">
                <a16:creationId xmlns:a16="http://schemas.microsoft.com/office/drawing/2014/main" id="{04BD6737-D835-6484-7A3F-BAD2D784E28E}"/>
              </a:ext>
            </a:extLst>
          </p:cNvPr>
          <p:cNvSpPr>
            <a:spLocks noGrp="1"/>
          </p:cNvSpPr>
          <p:nvPr>
            <p:ph type="sldNum" sz="quarter" idx="12"/>
          </p:nvPr>
        </p:nvSpPr>
        <p:spPr/>
        <p:txBody>
          <a:bodyPr/>
          <a:lstStyle/>
          <a:p>
            <a:fld id="{64E5BE4B-2FBF-4174-9E62-85FAD1CB43A6}" type="slidenum">
              <a:rPr lang="en-US" smtClean="0"/>
              <a:pPr/>
              <a:t>‹#›</a:t>
            </a:fld>
            <a:endParaRPr lang="en-US"/>
          </a:p>
        </p:txBody>
      </p:sp>
      <p:pic>
        <p:nvPicPr>
          <p:cNvPr id="6" name="Picture 5">
            <a:extLst>
              <a:ext uri="{FF2B5EF4-FFF2-40B4-BE49-F238E27FC236}">
                <a16:creationId xmlns:a16="http://schemas.microsoft.com/office/drawing/2014/main" id="{B4B09A03-7F71-C11F-C219-9F32BF2D5BC0}"/>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1605266677"/>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and Image 0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a:xfrm>
            <a:off x="548640" y="411481"/>
            <a:ext cx="5364480" cy="914400"/>
          </a:xfrm>
        </p:spPr>
        <p:txBody>
          <a:bodyPr/>
          <a:lstStyle>
            <a:lvl1pPr>
              <a:defRPr sz="2800" b="1" cap="none" baseline="0"/>
            </a:lvl1pPr>
          </a:lstStyle>
          <a:p>
            <a:r>
              <a:rPr lang="en-US"/>
              <a:t>[Slide title]</a:t>
            </a:r>
          </a:p>
        </p:txBody>
      </p:sp>
      <p:sp>
        <p:nvSpPr>
          <p:cNvPr id="3" name="Content Placeholder 2"/>
          <p:cNvSpPr>
            <a:spLocks noGrp="1"/>
          </p:cNvSpPr>
          <p:nvPr>
            <p:ph sz="half" idx="1"/>
          </p:nvPr>
        </p:nvSpPr>
        <p:spPr>
          <a:xfrm>
            <a:off x="548639" y="1600200"/>
            <a:ext cx="536448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DEDA6D-3B28-23A1-C2EE-BBB7617D7DCF}"/>
              </a:ext>
            </a:extLst>
          </p:cNvPr>
          <p:cNvSpPr>
            <a:spLocks noGrp="1"/>
          </p:cNvSpPr>
          <p:nvPr>
            <p:ph type="dt" sz="half" idx="11"/>
          </p:nvPr>
        </p:nvSpPr>
        <p:spPr/>
        <p:txBody>
          <a:bodyPr/>
          <a:lstStyle/>
          <a:p>
            <a:fld id="{40923810-5FB2-48C9-96CA-1DE2C4773142}" type="datetime3">
              <a:rPr lang="en-US" smtClean="0"/>
              <a:t>8 June 2026</a:t>
            </a:fld>
            <a:endParaRPr lang="en-US"/>
          </a:p>
        </p:txBody>
      </p:sp>
      <p:sp>
        <p:nvSpPr>
          <p:cNvPr id="6" name="Slide Number Placeholder 5">
            <a:extLst>
              <a:ext uri="{FF2B5EF4-FFF2-40B4-BE49-F238E27FC236}">
                <a16:creationId xmlns:a16="http://schemas.microsoft.com/office/drawing/2014/main" id="{8F131B70-C8F2-D686-C30C-B4651FF0440C}"/>
              </a:ext>
            </a:extLst>
          </p:cNvPr>
          <p:cNvSpPr>
            <a:spLocks noGrp="1"/>
          </p:cNvSpPr>
          <p:nvPr>
            <p:ph type="sldNum" sz="quarter" idx="12"/>
          </p:nvPr>
        </p:nvSpPr>
        <p:spPr/>
        <p:txBody>
          <a:bodyPr/>
          <a:lstStyle/>
          <a:p>
            <a:fld id="{64E5BE4B-2FBF-4174-9E62-85FAD1CB43A6}" type="slidenum">
              <a:rPr lang="en-US" smtClean="0"/>
              <a:pPr/>
              <a:t>‹#›</a:t>
            </a:fld>
            <a:endParaRPr lang="en-US"/>
          </a:p>
        </p:txBody>
      </p:sp>
      <p:sp>
        <p:nvSpPr>
          <p:cNvPr id="8" name="Picture Placeholder 3">
            <a:extLst>
              <a:ext uri="{FF2B5EF4-FFF2-40B4-BE49-F238E27FC236}">
                <a16:creationId xmlns:a16="http://schemas.microsoft.com/office/drawing/2014/main" id="{9D1DFBC2-C4E8-E691-E48C-B8D2CF49CDAF}"/>
              </a:ext>
            </a:extLst>
          </p:cNvPr>
          <p:cNvSpPr>
            <a:spLocks noGrp="1"/>
          </p:cNvSpPr>
          <p:nvPr>
            <p:ph type="pic" sz="quarter" idx="10"/>
          </p:nvPr>
        </p:nvSpPr>
        <p:spPr>
          <a:xfrm>
            <a:off x="6278038" y="1076325"/>
            <a:ext cx="5365748" cy="5095875"/>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Tree>
    <p:extLst>
      <p:ext uri="{BB962C8B-B14F-4D97-AF65-F5344CB8AC3E}">
        <p14:creationId xmlns:p14="http://schemas.microsoft.com/office/powerpoint/2010/main" val="2995428070"/>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and Image 02">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4D455EB0-A36D-4986-9393-AA1D5CE6C067}"/>
              </a:ext>
            </a:extLst>
          </p:cNvPr>
          <p:cNvSpPr>
            <a:spLocks noGrp="1"/>
          </p:cNvSpPr>
          <p:nvPr>
            <p:ph type="pic" sz="quarter" idx="10"/>
          </p:nvPr>
        </p:nvSpPr>
        <p:spPr>
          <a:xfrm>
            <a:off x="548639" y="411480"/>
            <a:ext cx="11094720" cy="310896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5" name="Title 2">
            <a:extLst>
              <a:ext uri="{FF2B5EF4-FFF2-40B4-BE49-F238E27FC236}">
                <a16:creationId xmlns:a16="http://schemas.microsoft.com/office/drawing/2014/main" id="{C17D0BA3-CE88-4FFE-E80D-CD039190BDDD}"/>
              </a:ext>
            </a:extLst>
          </p:cNvPr>
          <p:cNvSpPr>
            <a:spLocks noGrp="1"/>
          </p:cNvSpPr>
          <p:nvPr>
            <p:ph type="title" hasCustomPrompt="1"/>
          </p:nvPr>
        </p:nvSpPr>
        <p:spPr>
          <a:xfrm>
            <a:off x="548640" y="3794760"/>
            <a:ext cx="5364480" cy="914400"/>
          </a:xfrm>
        </p:spPr>
        <p:txBody>
          <a:bodyPr/>
          <a:lstStyle>
            <a:lvl1pPr>
              <a:defRPr sz="2800" b="1" cap="none" baseline="0"/>
            </a:lvl1pPr>
          </a:lstStyle>
          <a:p>
            <a:r>
              <a:rPr lang="en-US"/>
              <a:t>[Slide title]</a:t>
            </a:r>
          </a:p>
        </p:txBody>
      </p:sp>
      <p:sp>
        <p:nvSpPr>
          <p:cNvPr id="3" name="Content Placeholder 3"/>
          <p:cNvSpPr>
            <a:spLocks noGrp="1"/>
          </p:cNvSpPr>
          <p:nvPr>
            <p:ph sz="half" idx="1"/>
          </p:nvPr>
        </p:nvSpPr>
        <p:spPr>
          <a:xfrm>
            <a:off x="6278879" y="3794760"/>
            <a:ext cx="5364480" cy="2377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439DE7-660B-3FA9-966D-AB1D9EF6AC81}"/>
              </a:ext>
            </a:extLst>
          </p:cNvPr>
          <p:cNvSpPr>
            <a:spLocks noGrp="1"/>
          </p:cNvSpPr>
          <p:nvPr>
            <p:ph type="dt" sz="half" idx="11"/>
          </p:nvPr>
        </p:nvSpPr>
        <p:spPr/>
        <p:txBody>
          <a:bodyPr/>
          <a:lstStyle/>
          <a:p>
            <a:fld id="{E50EFF4B-86EB-42FB-93EA-7D8F9CB2466F}" type="datetime3">
              <a:rPr lang="en-US" smtClean="0"/>
              <a:t>8 June 2026</a:t>
            </a:fld>
            <a:endParaRPr lang="en-US"/>
          </a:p>
        </p:txBody>
      </p:sp>
      <p:sp>
        <p:nvSpPr>
          <p:cNvPr id="6" name="Slide Number Placeholder 5">
            <a:extLst>
              <a:ext uri="{FF2B5EF4-FFF2-40B4-BE49-F238E27FC236}">
                <a16:creationId xmlns:a16="http://schemas.microsoft.com/office/drawing/2014/main" id="{25763529-A3F2-C0F4-1A5C-AAFFF34D7F24}"/>
              </a:ext>
            </a:extLst>
          </p:cNvPr>
          <p:cNvSpPr>
            <a:spLocks noGrp="1"/>
          </p:cNvSpPr>
          <p:nvPr>
            <p:ph type="sldNum" sz="quarter" idx="12"/>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435147065"/>
      </p:ext>
    </p:extLst>
  </p:cSld>
  <p:clrMapOvr>
    <a:masterClrMapping/>
  </p:clrMapOvr>
  <p:extLst>
    <p:ext uri="{DCECCB84-F9BA-43D5-87BE-67443E8EF086}">
      <p15:sldGuideLst xmlns:p15="http://schemas.microsoft.com/office/powerpoint/2012/main">
        <p15:guide id="1" orient="horz" pos="2390">
          <p15:clr>
            <a:srgbClr val="A4A3A4"/>
          </p15:clr>
        </p15:guide>
        <p15:guide id="2" orient="horz" pos="3888">
          <p15:clr>
            <a:srgbClr val="A4A3A4"/>
          </p15:clr>
        </p15:guide>
        <p15:guide id="3" orient="horz" pos="2218">
          <p15:clr>
            <a:srgbClr val="A4A3A4"/>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and 2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548639" y="1600200"/>
            <a:ext cx="5364480" cy="228600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548637" y="4114800"/>
            <a:ext cx="5364480" cy="365760"/>
          </a:xfr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3" name="Content Placeholder 4"/>
          <p:cNvSpPr>
            <a:spLocks noGrp="1"/>
          </p:cNvSpPr>
          <p:nvPr>
            <p:ph sz="half" idx="1"/>
          </p:nvPr>
        </p:nvSpPr>
        <p:spPr>
          <a:xfrm>
            <a:off x="548639" y="4526280"/>
            <a:ext cx="5364480" cy="1645920"/>
          </a:xfrm>
        </p:spPr>
        <p:txBody>
          <a:bodyPr/>
          <a:lstStyle>
            <a:lvl1pPr marL="137157" indent="-137157">
              <a:defRPr sz="1500"/>
            </a:lvl1pPr>
            <a:lvl2pPr marL="274313" indent="-137157">
              <a:defRPr sz="1500"/>
            </a:lvl2pPr>
            <a:lvl3pPr marL="411470" indent="-137157">
              <a:defRPr sz="1500"/>
            </a:lvl3pPr>
            <a:lvl4pPr marL="548626" indent="-137157">
              <a:defRPr sz="1500"/>
            </a:lvl4pPr>
            <a:lvl5pPr marL="685783" indent="-137157">
              <a:defRPr sz="1500"/>
            </a:lvl5pPr>
            <a:lvl6pPr marL="822939" indent="-137157">
              <a:defRPr sz="1500"/>
            </a:lvl6pPr>
            <a:lvl7pPr marL="960096" indent="-137157">
              <a:defRPr sz="1500"/>
            </a:lvl7pPr>
            <a:lvl8pPr marL="1097253" indent="-137157">
              <a:defRPr sz="1500"/>
            </a:lvl8pPr>
            <a:lvl9pPr marL="1234409" indent="-137157">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6278879" y="1600200"/>
            <a:ext cx="5364480" cy="228600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6278879" y="4114800"/>
            <a:ext cx="5364480" cy="365760"/>
          </a:xfr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4" name="Content Placeholder 7"/>
          <p:cNvSpPr>
            <a:spLocks noGrp="1"/>
          </p:cNvSpPr>
          <p:nvPr>
            <p:ph sz="half" idx="2"/>
          </p:nvPr>
        </p:nvSpPr>
        <p:spPr>
          <a:xfrm>
            <a:off x="6278879" y="4526280"/>
            <a:ext cx="5364480" cy="1645920"/>
          </a:xfrm>
        </p:spPr>
        <p:txBody>
          <a:bodyPr/>
          <a:lstStyle>
            <a:lvl1pPr marL="137157" indent="-137157">
              <a:defRPr sz="1500"/>
            </a:lvl1pPr>
            <a:lvl2pPr marL="274313" indent="-137157">
              <a:defRPr sz="1500"/>
            </a:lvl2pPr>
            <a:lvl3pPr marL="411470" indent="-137157">
              <a:defRPr sz="1500"/>
            </a:lvl3pPr>
            <a:lvl4pPr marL="548626" indent="-137157">
              <a:defRPr sz="1500"/>
            </a:lvl4pPr>
            <a:lvl5pPr marL="685783" indent="-137157">
              <a:defRPr sz="1500"/>
            </a:lvl5pPr>
            <a:lvl6pPr marL="822939" indent="-137157">
              <a:defRPr sz="1500"/>
            </a:lvl6pPr>
            <a:lvl7pPr marL="960096" indent="-137157">
              <a:defRPr sz="1500"/>
            </a:lvl7pPr>
            <a:lvl8pPr marL="1097253" indent="-137157">
              <a:defRPr sz="1500"/>
            </a:lvl8pPr>
            <a:lvl9pPr marL="1234409" indent="-137157">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a:extLst>
              <a:ext uri="{FF2B5EF4-FFF2-40B4-BE49-F238E27FC236}">
                <a16:creationId xmlns:a16="http://schemas.microsoft.com/office/drawing/2014/main" id="{E309248A-8803-C0D0-F841-DA0B643CD6D3}"/>
              </a:ext>
            </a:extLst>
          </p:cNvPr>
          <p:cNvSpPr>
            <a:spLocks noGrp="1"/>
          </p:cNvSpPr>
          <p:nvPr>
            <p:ph type="dt" sz="half" idx="14"/>
          </p:nvPr>
        </p:nvSpPr>
        <p:spPr/>
        <p:txBody>
          <a:bodyPr/>
          <a:lstStyle/>
          <a:p>
            <a:fld id="{FB14FC24-E041-45E9-9A72-E5755A86890F}" type="datetime3">
              <a:rPr lang="en-US" smtClean="0"/>
              <a:t>8 June 2026</a:t>
            </a:fld>
            <a:endParaRPr lang="en-US"/>
          </a:p>
        </p:txBody>
      </p:sp>
      <p:sp>
        <p:nvSpPr>
          <p:cNvPr id="11" name="Slide Number Placeholder 10">
            <a:extLst>
              <a:ext uri="{FF2B5EF4-FFF2-40B4-BE49-F238E27FC236}">
                <a16:creationId xmlns:a16="http://schemas.microsoft.com/office/drawing/2014/main" id="{3E501E26-5E18-9AC3-2607-A695FA23E635}"/>
              </a:ext>
            </a:extLst>
          </p:cNvPr>
          <p:cNvSpPr>
            <a:spLocks noGrp="1"/>
          </p:cNvSpPr>
          <p:nvPr>
            <p:ph type="sldNum" sz="quarter" idx="15"/>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505359140"/>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guide id="3" orient="horz" pos="2592">
          <p15:clr>
            <a:srgbClr val="A4A3A4"/>
          </p15:clr>
        </p15:guide>
        <p15:guide id="4" orient="horz" pos="2448">
          <p15:clr>
            <a:srgbClr val="A4A3A4"/>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and 3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548639" y="1600200"/>
            <a:ext cx="3450336" cy="16916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548637" y="3520440"/>
            <a:ext cx="3450336" cy="365760"/>
          </a:xfr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3" name="Content Placeholder 4"/>
          <p:cNvSpPr>
            <a:spLocks noGrp="1"/>
          </p:cNvSpPr>
          <p:nvPr>
            <p:ph sz="half" idx="1"/>
          </p:nvPr>
        </p:nvSpPr>
        <p:spPr>
          <a:xfrm>
            <a:off x="548639" y="3931920"/>
            <a:ext cx="3450336" cy="2240280"/>
          </a:xfrm>
        </p:spPr>
        <p:txBody>
          <a:bodyPr/>
          <a:lstStyle>
            <a:lvl1pPr marL="137157" indent="-137157">
              <a:defRPr sz="1500"/>
            </a:lvl1pPr>
            <a:lvl2pPr marL="274313" indent="-137157">
              <a:defRPr sz="1500"/>
            </a:lvl2pPr>
            <a:lvl3pPr marL="411470" indent="-137157">
              <a:defRPr sz="1500"/>
            </a:lvl3pPr>
            <a:lvl4pPr marL="548626" indent="-137157">
              <a:defRPr sz="1500"/>
            </a:lvl4pPr>
            <a:lvl5pPr marL="685783" indent="-137157">
              <a:defRPr sz="1500"/>
            </a:lvl5pPr>
            <a:lvl6pPr marL="822939" indent="-137157">
              <a:defRPr sz="1500"/>
            </a:lvl6pPr>
            <a:lvl7pPr marL="960096" indent="-137157">
              <a:defRPr sz="1500"/>
            </a:lvl7pPr>
            <a:lvl8pPr marL="1097253" indent="-137157">
              <a:defRPr sz="1500"/>
            </a:lvl8pPr>
            <a:lvl9pPr marL="1234409" indent="-137157">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4370831" y="1600200"/>
            <a:ext cx="3450336" cy="16916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4370831" y="3520440"/>
            <a:ext cx="3450336" cy="365760"/>
          </a:xfr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4" name="Content Placeholder 7"/>
          <p:cNvSpPr>
            <a:spLocks noGrp="1"/>
          </p:cNvSpPr>
          <p:nvPr>
            <p:ph sz="half" idx="2"/>
          </p:nvPr>
        </p:nvSpPr>
        <p:spPr>
          <a:xfrm>
            <a:off x="4370831" y="3931920"/>
            <a:ext cx="3450336" cy="2240280"/>
          </a:xfrm>
        </p:spPr>
        <p:txBody>
          <a:bodyPr/>
          <a:lstStyle>
            <a:lvl1pPr marL="137157" indent="-137157">
              <a:defRPr sz="1500"/>
            </a:lvl1pPr>
            <a:lvl2pPr marL="274313" indent="-137157">
              <a:defRPr sz="1500"/>
            </a:lvl2pPr>
            <a:lvl3pPr marL="411470" indent="-137157">
              <a:defRPr sz="1500"/>
            </a:lvl3pPr>
            <a:lvl4pPr marL="548626" indent="-137157">
              <a:defRPr sz="1500"/>
            </a:lvl4pPr>
            <a:lvl5pPr marL="685783" indent="-137157">
              <a:defRPr sz="1500"/>
            </a:lvl5pPr>
            <a:lvl6pPr marL="822939" indent="-137157">
              <a:defRPr sz="1500"/>
            </a:lvl6pPr>
            <a:lvl7pPr marL="960096" indent="-137157">
              <a:defRPr sz="1500"/>
            </a:lvl7pPr>
            <a:lvl8pPr marL="1097253" indent="-137157">
              <a:defRPr sz="1500"/>
            </a:lvl8pPr>
            <a:lvl9pPr marL="1234409" indent="-137157">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2F1293E6-42E9-E8B5-FFA8-86FB82D4865C}"/>
              </a:ext>
            </a:extLst>
          </p:cNvPr>
          <p:cNvSpPr>
            <a:spLocks noGrp="1"/>
          </p:cNvSpPr>
          <p:nvPr>
            <p:ph type="pic" sz="quarter" idx="15"/>
          </p:nvPr>
        </p:nvSpPr>
        <p:spPr>
          <a:xfrm>
            <a:off x="8193023" y="1600200"/>
            <a:ext cx="3450336" cy="16916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1" name="Text Placeholder 9">
            <a:extLst>
              <a:ext uri="{FF2B5EF4-FFF2-40B4-BE49-F238E27FC236}">
                <a16:creationId xmlns:a16="http://schemas.microsoft.com/office/drawing/2014/main" id="{1A0087B1-BE04-FAAE-807C-18D539A58557}"/>
              </a:ext>
            </a:extLst>
          </p:cNvPr>
          <p:cNvSpPr>
            <a:spLocks noGrp="1"/>
          </p:cNvSpPr>
          <p:nvPr>
            <p:ph type="body" sz="quarter" idx="16" hasCustomPrompt="1"/>
          </p:nvPr>
        </p:nvSpPr>
        <p:spPr>
          <a:xfrm>
            <a:off x="8193023" y="3520440"/>
            <a:ext cx="3450336" cy="365760"/>
          </a:xfr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12" name="Content Placeholder 10">
            <a:extLst>
              <a:ext uri="{FF2B5EF4-FFF2-40B4-BE49-F238E27FC236}">
                <a16:creationId xmlns:a16="http://schemas.microsoft.com/office/drawing/2014/main" id="{9A4D43E8-8B9E-0180-3592-10B667D09516}"/>
              </a:ext>
            </a:extLst>
          </p:cNvPr>
          <p:cNvSpPr>
            <a:spLocks noGrp="1"/>
          </p:cNvSpPr>
          <p:nvPr>
            <p:ph sz="half" idx="17"/>
          </p:nvPr>
        </p:nvSpPr>
        <p:spPr>
          <a:xfrm>
            <a:off x="8193023" y="3931920"/>
            <a:ext cx="3450336" cy="2240280"/>
          </a:xfrm>
        </p:spPr>
        <p:txBody>
          <a:bodyPr/>
          <a:lstStyle>
            <a:lvl1pPr marL="137157" indent="-137157">
              <a:defRPr sz="1500"/>
            </a:lvl1pPr>
            <a:lvl2pPr marL="274313" indent="-137157">
              <a:defRPr sz="1500"/>
            </a:lvl2pPr>
            <a:lvl3pPr marL="411470" indent="-137157">
              <a:defRPr sz="1500"/>
            </a:lvl3pPr>
            <a:lvl4pPr marL="548626" indent="-137157">
              <a:defRPr sz="1500"/>
            </a:lvl4pPr>
            <a:lvl5pPr marL="685783" indent="-137157">
              <a:defRPr sz="1500"/>
            </a:lvl5pPr>
            <a:lvl6pPr marL="822939" indent="-137157">
              <a:defRPr sz="1500"/>
            </a:lvl6pPr>
            <a:lvl7pPr marL="960096" indent="-137157">
              <a:defRPr sz="1500"/>
            </a:lvl7pPr>
            <a:lvl8pPr marL="1097253" indent="-137157">
              <a:defRPr sz="1500"/>
            </a:lvl8pPr>
            <a:lvl9pPr marL="1234409" indent="-137157">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BCC41EC7-A74C-7FAC-CAAF-B45134A90C1F}"/>
              </a:ext>
            </a:extLst>
          </p:cNvPr>
          <p:cNvSpPr>
            <a:spLocks noGrp="1"/>
          </p:cNvSpPr>
          <p:nvPr>
            <p:ph type="dt" sz="half" idx="18"/>
          </p:nvPr>
        </p:nvSpPr>
        <p:spPr/>
        <p:txBody>
          <a:bodyPr/>
          <a:lstStyle/>
          <a:p>
            <a:fld id="{98A19125-94A7-4474-858C-FD9C4ABE9DDA}" type="datetime3">
              <a:rPr lang="en-US" smtClean="0"/>
              <a:t>8 June 2026</a:t>
            </a:fld>
            <a:endParaRPr lang="en-US"/>
          </a:p>
        </p:txBody>
      </p:sp>
      <p:sp>
        <p:nvSpPr>
          <p:cNvPr id="14" name="Slide Number Placeholder 13">
            <a:extLst>
              <a:ext uri="{FF2B5EF4-FFF2-40B4-BE49-F238E27FC236}">
                <a16:creationId xmlns:a16="http://schemas.microsoft.com/office/drawing/2014/main" id="{0DCE38A9-CABF-9588-DDD8-93DD198F7EC2}"/>
              </a:ext>
            </a:extLst>
          </p:cNvPr>
          <p:cNvSpPr>
            <a:spLocks noGrp="1"/>
          </p:cNvSpPr>
          <p:nvPr>
            <p:ph type="sldNum" sz="quarter" idx="19"/>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2435007252"/>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2218">
          <p15:clr>
            <a:srgbClr val="A4A3A4"/>
          </p15:clr>
        </p15:guide>
        <p15:guide id="3" orient="horz" pos="3888">
          <p15:clr>
            <a:srgbClr val="A4A3A4"/>
          </p15:clr>
        </p15:guide>
        <p15:guide id="4" orient="horz" pos="2074">
          <p15:clr>
            <a:srgbClr val="A4A3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and 4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548642" y="1600200"/>
            <a:ext cx="2499359" cy="12344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548641" y="3063240"/>
            <a:ext cx="2499359" cy="365760"/>
          </a:xfr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3" name="Content Placeholder 4"/>
          <p:cNvSpPr>
            <a:spLocks noGrp="1"/>
          </p:cNvSpPr>
          <p:nvPr>
            <p:ph sz="half" idx="1"/>
          </p:nvPr>
        </p:nvSpPr>
        <p:spPr>
          <a:xfrm>
            <a:off x="548642" y="3474720"/>
            <a:ext cx="2499359" cy="2697480"/>
          </a:xfr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3428806" y="1600200"/>
            <a:ext cx="2499359" cy="12344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3428806" y="3063240"/>
            <a:ext cx="2499359" cy="365760"/>
          </a:xfr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4" name="Content Placeholder 7"/>
          <p:cNvSpPr>
            <a:spLocks noGrp="1"/>
          </p:cNvSpPr>
          <p:nvPr>
            <p:ph sz="half" idx="2"/>
          </p:nvPr>
        </p:nvSpPr>
        <p:spPr>
          <a:xfrm>
            <a:off x="3428806" y="3474720"/>
            <a:ext cx="2499359" cy="2697480"/>
          </a:xfr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2F1293E6-42E9-E8B5-FFA8-86FB82D4865C}"/>
              </a:ext>
            </a:extLst>
          </p:cNvPr>
          <p:cNvSpPr>
            <a:spLocks noGrp="1"/>
          </p:cNvSpPr>
          <p:nvPr>
            <p:ph type="pic" sz="quarter" idx="15"/>
          </p:nvPr>
        </p:nvSpPr>
        <p:spPr>
          <a:xfrm>
            <a:off x="6263842" y="1600200"/>
            <a:ext cx="2499359" cy="12344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1" name="Text Placeholder 9">
            <a:extLst>
              <a:ext uri="{FF2B5EF4-FFF2-40B4-BE49-F238E27FC236}">
                <a16:creationId xmlns:a16="http://schemas.microsoft.com/office/drawing/2014/main" id="{1A0087B1-BE04-FAAE-807C-18D539A58557}"/>
              </a:ext>
            </a:extLst>
          </p:cNvPr>
          <p:cNvSpPr>
            <a:spLocks noGrp="1"/>
          </p:cNvSpPr>
          <p:nvPr>
            <p:ph type="body" sz="quarter" idx="16" hasCustomPrompt="1"/>
          </p:nvPr>
        </p:nvSpPr>
        <p:spPr>
          <a:xfrm>
            <a:off x="6263842" y="3063240"/>
            <a:ext cx="2499359" cy="365760"/>
          </a:xfr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12" name="Content Placeholder 10">
            <a:extLst>
              <a:ext uri="{FF2B5EF4-FFF2-40B4-BE49-F238E27FC236}">
                <a16:creationId xmlns:a16="http://schemas.microsoft.com/office/drawing/2014/main" id="{9A4D43E8-8B9E-0180-3592-10B667D09516}"/>
              </a:ext>
            </a:extLst>
          </p:cNvPr>
          <p:cNvSpPr>
            <a:spLocks noGrp="1"/>
          </p:cNvSpPr>
          <p:nvPr>
            <p:ph sz="half" idx="17"/>
          </p:nvPr>
        </p:nvSpPr>
        <p:spPr>
          <a:xfrm>
            <a:off x="6263842" y="3474720"/>
            <a:ext cx="2499359" cy="2697480"/>
          </a:xfr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11">
            <a:extLst>
              <a:ext uri="{FF2B5EF4-FFF2-40B4-BE49-F238E27FC236}">
                <a16:creationId xmlns:a16="http://schemas.microsoft.com/office/drawing/2014/main" id="{D206E8B5-48CF-3920-10E8-5C214FEE93B1}"/>
              </a:ext>
            </a:extLst>
          </p:cNvPr>
          <p:cNvSpPr>
            <a:spLocks noGrp="1"/>
          </p:cNvSpPr>
          <p:nvPr>
            <p:ph type="pic" sz="quarter" idx="19"/>
          </p:nvPr>
        </p:nvSpPr>
        <p:spPr>
          <a:xfrm>
            <a:off x="9144002" y="1600200"/>
            <a:ext cx="2499359" cy="12344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4" name="Text Placeholder 12">
            <a:extLst>
              <a:ext uri="{FF2B5EF4-FFF2-40B4-BE49-F238E27FC236}">
                <a16:creationId xmlns:a16="http://schemas.microsoft.com/office/drawing/2014/main" id="{30A8711B-6FCD-CC40-76D9-6F2EED66A6EF}"/>
              </a:ext>
            </a:extLst>
          </p:cNvPr>
          <p:cNvSpPr>
            <a:spLocks noGrp="1"/>
          </p:cNvSpPr>
          <p:nvPr>
            <p:ph type="body" sz="quarter" idx="20" hasCustomPrompt="1"/>
          </p:nvPr>
        </p:nvSpPr>
        <p:spPr>
          <a:xfrm>
            <a:off x="9144002" y="3063240"/>
            <a:ext cx="2499359" cy="365760"/>
          </a:xfr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15" name="Content Placeholder 13">
            <a:extLst>
              <a:ext uri="{FF2B5EF4-FFF2-40B4-BE49-F238E27FC236}">
                <a16:creationId xmlns:a16="http://schemas.microsoft.com/office/drawing/2014/main" id="{ABA13BFB-DABC-41BC-F712-51774CC8BA1C}"/>
              </a:ext>
            </a:extLst>
          </p:cNvPr>
          <p:cNvSpPr>
            <a:spLocks noGrp="1"/>
          </p:cNvSpPr>
          <p:nvPr>
            <p:ph sz="half" idx="21"/>
          </p:nvPr>
        </p:nvSpPr>
        <p:spPr>
          <a:xfrm>
            <a:off x="9144002" y="3474720"/>
            <a:ext cx="2499359" cy="2697480"/>
          </a:xfr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Date Placeholder 15">
            <a:extLst>
              <a:ext uri="{FF2B5EF4-FFF2-40B4-BE49-F238E27FC236}">
                <a16:creationId xmlns:a16="http://schemas.microsoft.com/office/drawing/2014/main" id="{6FA3AB29-95C5-BB81-8596-7248603E0DBA}"/>
              </a:ext>
            </a:extLst>
          </p:cNvPr>
          <p:cNvSpPr>
            <a:spLocks noGrp="1"/>
          </p:cNvSpPr>
          <p:nvPr>
            <p:ph type="dt" sz="half" idx="22"/>
          </p:nvPr>
        </p:nvSpPr>
        <p:spPr/>
        <p:txBody>
          <a:bodyPr/>
          <a:lstStyle/>
          <a:p>
            <a:fld id="{3BA0343D-C8D8-43CE-BB79-50DEA219DB07}" type="datetime3">
              <a:rPr lang="en-US" smtClean="0"/>
              <a:t>8 June 2026</a:t>
            </a:fld>
            <a:endParaRPr lang="en-US"/>
          </a:p>
        </p:txBody>
      </p:sp>
      <p:sp>
        <p:nvSpPr>
          <p:cNvPr id="17" name="Slide Number Placeholder 16">
            <a:extLst>
              <a:ext uri="{FF2B5EF4-FFF2-40B4-BE49-F238E27FC236}">
                <a16:creationId xmlns:a16="http://schemas.microsoft.com/office/drawing/2014/main" id="{F8249F74-522A-F15A-97B8-27047D5DEDAE}"/>
              </a:ext>
            </a:extLst>
          </p:cNvPr>
          <p:cNvSpPr>
            <a:spLocks noGrp="1"/>
          </p:cNvSpPr>
          <p:nvPr>
            <p:ph type="sldNum" sz="quarter" idx="2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4166158"/>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1786">
          <p15:clr>
            <a:srgbClr val="A4A3A4"/>
          </p15:clr>
        </p15:guide>
        <p15:guide id="3" orient="horz" pos="3888">
          <p15:clr>
            <a:srgbClr val="A4A3A4"/>
          </p15:clr>
        </p15:guide>
        <p15:guide id="4" orient="horz" pos="1930">
          <p15:clr>
            <a:srgbClr val="A4A3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rgbClr val="221F2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0" y="411482"/>
            <a:ext cx="8231293"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9" name="Text Placeholder 2">
            <a:extLst>
              <a:ext uri="{FF2B5EF4-FFF2-40B4-BE49-F238E27FC236}">
                <a16:creationId xmlns:a16="http://schemas.microsoft.com/office/drawing/2014/main" id="{B62121C3-FD56-A9B2-1088-141E0BDB4C18}"/>
              </a:ext>
            </a:extLst>
          </p:cNvPr>
          <p:cNvSpPr>
            <a:spLocks noGrp="1"/>
          </p:cNvSpPr>
          <p:nvPr>
            <p:ph type="body" sz="quarter" idx="11" hasCustomPrompt="1"/>
          </p:nvPr>
        </p:nvSpPr>
        <p:spPr>
          <a:xfrm>
            <a:off x="548640" y="2148840"/>
            <a:ext cx="6795135" cy="4023360"/>
          </a:xfrm>
        </p:spPr>
        <p:txBody>
          <a:bodyPr/>
          <a:lstStyle>
            <a:lvl1pPr marL="0" indent="0">
              <a:spcBef>
                <a:spcPts val="0"/>
              </a:spcBef>
              <a:buFontTx/>
              <a:buNone/>
              <a:defRPr sz="2800"/>
            </a:lvl1pPr>
            <a:lvl2pPr marL="182875" indent="-182875">
              <a:spcBef>
                <a:spcPts val="1000"/>
              </a:spcBef>
              <a:buFont typeface="Arial" panose="020B0604020202020204" pitchFamily="34" charset="0"/>
              <a:buChar char="▪"/>
              <a:defRPr/>
            </a:lvl2pPr>
            <a:lvl3pPr marL="365751">
              <a:defRPr/>
            </a:lvl3pPr>
            <a:lvl4pPr marL="548626">
              <a:defRPr/>
            </a:lvl4pPr>
            <a:lvl5pPr marL="731502">
              <a:defRPr/>
            </a:lvl5pPr>
            <a:lvl6pPr marL="914377">
              <a:defRPr/>
            </a:lvl6pPr>
            <a:lvl7pPr marL="1097253">
              <a:defRPr/>
            </a:lvl7pPr>
            <a:lvl8pPr marL="1280128">
              <a:defRPr/>
            </a:lvl8pPr>
            <a:lvl9pPr marL="1463003">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B1DBADC8-E5B3-9DDB-F294-C14F7AA987B8}"/>
              </a:ext>
            </a:extLst>
          </p:cNvPr>
          <p:cNvSpPr>
            <a:spLocks noGrp="1"/>
          </p:cNvSpPr>
          <p:nvPr>
            <p:ph type="dt" sz="half" idx="12"/>
          </p:nvPr>
        </p:nvSpPr>
        <p:spPr/>
        <p:txBody>
          <a:bodyPr/>
          <a:lstStyle/>
          <a:p>
            <a:fld id="{453BD212-0B9F-4987-965F-AC83B2FC354F}" type="datetime3">
              <a:rPr lang="en-US" smtClean="0"/>
              <a:t>8 June 2026</a:t>
            </a:fld>
            <a:endParaRPr lang="en-US"/>
          </a:p>
        </p:txBody>
      </p:sp>
      <p:sp>
        <p:nvSpPr>
          <p:cNvPr id="6" name="Slide Number Placeholder 5">
            <a:extLst>
              <a:ext uri="{FF2B5EF4-FFF2-40B4-BE49-F238E27FC236}">
                <a16:creationId xmlns:a16="http://schemas.microsoft.com/office/drawing/2014/main" id="{4A7DADDA-8448-690C-2CAB-FA7E28471B81}"/>
              </a:ext>
            </a:extLst>
          </p:cNvPr>
          <p:cNvSpPr>
            <a:spLocks noGrp="1"/>
          </p:cNvSpPr>
          <p:nvPr>
            <p:ph type="sldNum" sz="quarter" idx="13"/>
          </p:nvPr>
        </p:nvSpPr>
        <p:spPr/>
        <p:txBody>
          <a:bodyPr/>
          <a:lstStyle/>
          <a:p>
            <a:fld id="{64E5BE4B-2FBF-4174-9E62-85FAD1CB43A6}" type="slidenum">
              <a:rPr lang="en-US" smtClean="0"/>
              <a:pPr/>
              <a:t>‹#›</a:t>
            </a:fld>
            <a:endParaRPr lang="en-US"/>
          </a:p>
        </p:txBody>
      </p:sp>
      <p:sp>
        <p:nvSpPr>
          <p:cNvPr id="13" name="Rectangle 15">
            <a:extLst>
              <a:ext uri="{FF2B5EF4-FFF2-40B4-BE49-F238E27FC236}">
                <a16:creationId xmlns:a16="http://schemas.microsoft.com/office/drawing/2014/main" id="{29767174-7781-C263-3756-CD54301026CD}"/>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i="0" u="none" strike="noStrike" cap="none" baseline="0" dirty="0">
                <a:solidFill>
                  <a:srgbClr val="2DAA27"/>
                </a:solidFill>
                <a:latin typeface="Arial"/>
                <a:ea typeface="Arial"/>
                <a:cs typeface="Arial Bold" panose="020B0704020202020204" pitchFamily="34" charset="0"/>
                <a:sym typeface="Arial"/>
              </a:rPr>
              <a:t>UNCLASSIFIED/GENERAL</a:t>
            </a:r>
          </a:p>
        </p:txBody>
      </p:sp>
      <p:sp>
        <p:nvSpPr>
          <p:cNvPr id="14" name="Rectangle 13">
            <a:extLst>
              <a:ext uri="{FF2B5EF4-FFF2-40B4-BE49-F238E27FC236}">
                <a16:creationId xmlns:a16="http://schemas.microsoft.com/office/drawing/2014/main" id="{D36F2182-1ACE-5AD5-681B-31F3C2187042}"/>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baseline="0" dirty="0">
                <a:solidFill>
                  <a:srgbClr val="2DAA27"/>
                </a:solidFill>
                <a:latin typeface="+mn-lt"/>
                <a:cs typeface="Arial Bold" panose="020B0704020202020204" pitchFamily="34" charset="0"/>
              </a:rPr>
              <a:t>UNCLASSIFIED/GENERAL</a:t>
            </a:r>
          </a:p>
        </p:txBody>
      </p:sp>
      <p:pic>
        <p:nvPicPr>
          <p:cNvPr id="3" name="Picture 2">
            <a:extLst>
              <a:ext uri="{FF2B5EF4-FFF2-40B4-BE49-F238E27FC236}">
                <a16:creationId xmlns:a16="http://schemas.microsoft.com/office/drawing/2014/main" id="{9A0C2669-2091-19FC-7FA5-E8DD4A44F8CF}"/>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424296247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Header - Image">
    <p:bg>
      <p:bgPr>
        <a:solidFill>
          <a:schemeClr val="tx1"/>
        </a:solidFill>
        <a:effectLst/>
      </p:bgPr>
    </p:bg>
    <p:spTree>
      <p:nvGrpSpPr>
        <p:cNvPr id="1" name=""/>
        <p:cNvGrpSpPr/>
        <p:nvPr/>
      </p:nvGrpSpPr>
      <p:grpSpPr>
        <a:xfrm>
          <a:off x="0" y="0"/>
          <a:ext cx="0" cy="0"/>
          <a:chOff x="0" y="0"/>
          <a:chExt cx="0" cy="0"/>
        </a:xfrm>
      </p:grpSpPr>
      <p:sp>
        <p:nvSpPr>
          <p:cNvPr id="3" name="Picture Placeholder 1">
            <a:extLst>
              <a:ext uri="{FF2B5EF4-FFF2-40B4-BE49-F238E27FC236}">
                <a16:creationId xmlns:a16="http://schemas.microsoft.com/office/drawing/2014/main" id="{D68235BF-5094-B6AD-6429-61352C54DE99}"/>
              </a:ext>
            </a:extLst>
          </p:cNvPr>
          <p:cNvSpPr>
            <a:spLocks noGrp="1"/>
          </p:cNvSpPr>
          <p:nvPr>
            <p:ph type="pic" sz="quarter" idx="10"/>
          </p:nvPr>
        </p:nvSpPr>
        <p:spPr>
          <a:xfrm>
            <a:off x="0" y="228600"/>
            <a:ext cx="12192000" cy="6400800"/>
          </a:xfrm>
          <a:solidFill>
            <a:srgbClr val="565557"/>
          </a:solidFill>
        </p:spPr>
        <p:txBody>
          <a:bodyPr anchor="ctr" anchorCtr="0"/>
          <a:lstStyle>
            <a:lvl1pPr marL="0" indent="0" algn="ctr">
              <a:buFontTx/>
              <a:buNone/>
              <a:defRPr sz="1000">
                <a:solidFill>
                  <a:srgbClr val="FFFFFF"/>
                </a:solidFill>
              </a:defRPr>
            </a:lvl1pPr>
          </a:lstStyle>
          <a:p>
            <a:r>
              <a:rPr lang="en-US" dirty="0"/>
              <a:t>Click icon to add picture</a:t>
            </a:r>
          </a:p>
        </p:txBody>
      </p:sp>
      <p:sp>
        <p:nvSpPr>
          <p:cNvPr id="2" name="Title 2"/>
          <p:cNvSpPr>
            <a:spLocks noGrp="1"/>
          </p:cNvSpPr>
          <p:nvPr>
            <p:ph type="title" hasCustomPrompt="1"/>
          </p:nvPr>
        </p:nvSpPr>
        <p:spPr>
          <a:xfrm>
            <a:off x="548640" y="411482"/>
            <a:ext cx="8231293"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4" name="Text Placeholder 3">
            <a:extLst>
              <a:ext uri="{FF2B5EF4-FFF2-40B4-BE49-F238E27FC236}">
                <a16:creationId xmlns:a16="http://schemas.microsoft.com/office/drawing/2014/main" id="{CADC6E9F-9E2F-3968-F76A-CD8240DB9C82}"/>
              </a:ext>
            </a:extLst>
          </p:cNvPr>
          <p:cNvSpPr>
            <a:spLocks noGrp="1"/>
          </p:cNvSpPr>
          <p:nvPr>
            <p:ph type="body" sz="quarter" idx="11" hasCustomPrompt="1"/>
          </p:nvPr>
        </p:nvSpPr>
        <p:spPr>
          <a:xfrm>
            <a:off x="548640" y="2148840"/>
            <a:ext cx="6795135" cy="914400"/>
          </a:xfrm>
        </p:spPr>
        <p:txBody>
          <a:bodyPr/>
          <a:lstStyle>
            <a:lvl1pPr marL="0" indent="0">
              <a:spcBef>
                <a:spcPts val="0"/>
              </a:spcBef>
              <a:buFontTx/>
              <a:buNone/>
              <a:defRPr sz="2800"/>
            </a:lvl1pPr>
            <a:lvl2pPr marL="182875" indent="-182875">
              <a:spcBef>
                <a:spcPts val="1000"/>
              </a:spcBef>
              <a:buFont typeface="Arial" panose="020B0604020202020204" pitchFamily="34" charset="0"/>
              <a:buChar char="▪"/>
              <a:defRPr/>
            </a:lvl2pPr>
            <a:lvl3pPr marL="365751">
              <a:defRPr/>
            </a:lvl3pPr>
            <a:lvl4pPr marL="548626">
              <a:defRPr/>
            </a:lvl4pPr>
            <a:lvl5pPr marL="731502">
              <a:defRPr/>
            </a:lvl5pPr>
            <a:lvl6pPr marL="914377">
              <a:defRPr/>
            </a:lvl6pPr>
            <a:lvl7pPr marL="1097253">
              <a:defRPr/>
            </a:lvl7pPr>
            <a:lvl8pPr marL="1280128">
              <a:defRPr/>
            </a:lvl8pPr>
            <a:lvl9pPr marL="1463003">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9B2EB74B-4EFA-464C-722C-FBCA5174031B}"/>
              </a:ext>
            </a:extLst>
          </p:cNvPr>
          <p:cNvSpPr>
            <a:spLocks noGrp="1"/>
          </p:cNvSpPr>
          <p:nvPr>
            <p:ph type="dt" sz="half" idx="12"/>
          </p:nvPr>
        </p:nvSpPr>
        <p:spPr/>
        <p:txBody>
          <a:bodyPr/>
          <a:lstStyle>
            <a:lvl1pPr>
              <a:defRPr>
                <a:solidFill>
                  <a:schemeClr val="bg1"/>
                </a:solidFill>
              </a:defRPr>
            </a:lvl1pPr>
          </a:lstStyle>
          <a:p>
            <a:fld id="{220AF9C2-5E8A-4308-AE6B-CA9B65007D0E}" type="datetime3">
              <a:rPr lang="en-US" smtClean="0"/>
              <a:t>8 June 2026</a:t>
            </a:fld>
            <a:endParaRPr lang="en-US"/>
          </a:p>
        </p:txBody>
      </p:sp>
      <p:sp>
        <p:nvSpPr>
          <p:cNvPr id="6" name="Slide Number Placeholder 5">
            <a:extLst>
              <a:ext uri="{FF2B5EF4-FFF2-40B4-BE49-F238E27FC236}">
                <a16:creationId xmlns:a16="http://schemas.microsoft.com/office/drawing/2014/main" id="{D8C19503-16E7-50C5-8995-F8E0DCB6B626}"/>
              </a:ext>
            </a:extLst>
          </p:cNvPr>
          <p:cNvSpPr>
            <a:spLocks noGrp="1"/>
          </p:cNvSpPr>
          <p:nvPr>
            <p:ph type="sldNum" sz="quarter" idx="13"/>
          </p:nvPr>
        </p:nvSpPr>
        <p:spPr/>
        <p:txBody>
          <a:bodyPr/>
          <a:lstStyle>
            <a:lvl1pPr>
              <a:defRPr>
                <a:solidFill>
                  <a:schemeClr val="bg1"/>
                </a:solidFill>
              </a:defRPr>
            </a:lvl1pPr>
          </a:lstStyle>
          <a:p>
            <a:fld id="{64E5BE4B-2FBF-4174-9E62-85FAD1CB43A6}" type="slidenum">
              <a:rPr lang="en-US" smtClean="0"/>
              <a:pPr/>
              <a:t>‹#›</a:t>
            </a:fld>
            <a:endParaRPr lang="en-US"/>
          </a:p>
        </p:txBody>
      </p:sp>
      <p:pic>
        <p:nvPicPr>
          <p:cNvPr id="7" name="Picture 6">
            <a:extLst>
              <a:ext uri="{FF2B5EF4-FFF2-40B4-BE49-F238E27FC236}">
                <a16:creationId xmlns:a16="http://schemas.microsoft.com/office/drawing/2014/main" id="{B8E613F9-1842-268A-DF27-3F9D76502705}"/>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426629756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Header - White 01">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0" y="411482"/>
            <a:ext cx="8231293"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4" name="Text Placeholder 2">
            <a:extLst>
              <a:ext uri="{FF2B5EF4-FFF2-40B4-BE49-F238E27FC236}">
                <a16:creationId xmlns:a16="http://schemas.microsoft.com/office/drawing/2014/main" id="{3EF29EDB-49B7-13CD-321C-E88CD44FB7C6}"/>
              </a:ext>
            </a:extLst>
          </p:cNvPr>
          <p:cNvSpPr>
            <a:spLocks noGrp="1"/>
          </p:cNvSpPr>
          <p:nvPr>
            <p:ph type="body" sz="quarter" idx="11" hasCustomPrompt="1"/>
          </p:nvPr>
        </p:nvSpPr>
        <p:spPr>
          <a:xfrm>
            <a:off x="548640" y="2148840"/>
            <a:ext cx="6795135" cy="4023360"/>
          </a:xfrm>
        </p:spPr>
        <p:txBody>
          <a:bodyPr/>
          <a:lstStyle>
            <a:lvl1pPr marL="0" indent="0">
              <a:spcBef>
                <a:spcPts val="0"/>
              </a:spcBef>
              <a:buFontTx/>
              <a:buNone/>
              <a:defRPr sz="2800"/>
            </a:lvl1pPr>
            <a:lvl2pPr marL="182875" indent="-182875">
              <a:spcBef>
                <a:spcPts val="1000"/>
              </a:spcBef>
              <a:buFont typeface="Arial" panose="020B0604020202020204" pitchFamily="34" charset="0"/>
              <a:buChar char="▪"/>
              <a:defRPr/>
            </a:lvl2pPr>
            <a:lvl3pPr marL="365751">
              <a:defRPr/>
            </a:lvl3pPr>
            <a:lvl4pPr marL="548626">
              <a:defRPr/>
            </a:lvl4pPr>
            <a:lvl5pPr marL="731502">
              <a:defRPr/>
            </a:lvl5pPr>
            <a:lvl6pPr marL="914377">
              <a:defRPr/>
            </a:lvl6pPr>
            <a:lvl7pPr marL="1097253">
              <a:defRPr/>
            </a:lvl7pPr>
            <a:lvl8pPr marL="1280128">
              <a:defRPr/>
            </a:lvl8pPr>
            <a:lvl9pPr marL="1463003">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D8CC6170-ECB5-A830-2874-091E36410134}"/>
              </a:ext>
            </a:extLst>
          </p:cNvPr>
          <p:cNvSpPr>
            <a:spLocks noGrp="1"/>
          </p:cNvSpPr>
          <p:nvPr>
            <p:ph type="dt" sz="half" idx="12"/>
          </p:nvPr>
        </p:nvSpPr>
        <p:spPr/>
        <p:txBody>
          <a:bodyPr/>
          <a:lstStyle/>
          <a:p>
            <a:fld id="{FF31E861-D2AF-431D-860B-DCF67C218052}" type="datetime3">
              <a:rPr lang="en-US" smtClean="0"/>
              <a:t>8 June 2026</a:t>
            </a:fld>
            <a:endParaRPr lang="en-US"/>
          </a:p>
        </p:txBody>
      </p:sp>
      <p:sp>
        <p:nvSpPr>
          <p:cNvPr id="6" name="Slide Number Placeholder 5">
            <a:extLst>
              <a:ext uri="{FF2B5EF4-FFF2-40B4-BE49-F238E27FC236}">
                <a16:creationId xmlns:a16="http://schemas.microsoft.com/office/drawing/2014/main" id="{DCB1CE1D-5DB3-7DB4-A801-B688218E7EC6}"/>
              </a:ext>
            </a:extLst>
          </p:cNvPr>
          <p:cNvSpPr>
            <a:spLocks noGrp="1"/>
          </p:cNvSpPr>
          <p:nvPr>
            <p:ph type="sldNum" sz="quarter" idx="1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169646660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Header - White 0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2" y="411480"/>
            <a:ext cx="5365327" cy="914400"/>
          </a:xfrm>
        </p:spPr>
        <p:txBody>
          <a:bodyPr anchor="t" anchorCtr="0"/>
          <a:lstStyle>
            <a:lvl1pPr>
              <a:lnSpc>
                <a:spcPct val="90000"/>
              </a:lnSpc>
              <a:defRPr sz="2400" spc="0" baseline="0">
                <a:solidFill>
                  <a:schemeClr val="tx1"/>
                </a:solidFill>
              </a:defRPr>
            </a:lvl1pPr>
          </a:lstStyle>
          <a:p>
            <a:r>
              <a:rPr lang="en-US"/>
              <a:t>[Section title]</a:t>
            </a:r>
          </a:p>
        </p:txBody>
      </p:sp>
      <p:sp>
        <p:nvSpPr>
          <p:cNvPr id="4" name="Text Placeholder 2">
            <a:extLst>
              <a:ext uri="{FF2B5EF4-FFF2-40B4-BE49-F238E27FC236}">
                <a16:creationId xmlns:a16="http://schemas.microsoft.com/office/drawing/2014/main" id="{3EF29EDB-49B7-13CD-321C-E88CD44FB7C6}"/>
              </a:ext>
            </a:extLst>
          </p:cNvPr>
          <p:cNvSpPr>
            <a:spLocks noGrp="1"/>
          </p:cNvSpPr>
          <p:nvPr>
            <p:ph type="body" sz="quarter" idx="11" hasCustomPrompt="1"/>
          </p:nvPr>
        </p:nvSpPr>
        <p:spPr>
          <a:xfrm>
            <a:off x="548640" y="1600200"/>
            <a:ext cx="6795135" cy="4572000"/>
          </a:xfrm>
        </p:spPr>
        <p:txBody>
          <a:bodyPr/>
          <a:lstStyle>
            <a:lvl1pPr marL="0" indent="0">
              <a:lnSpc>
                <a:spcPct val="90000"/>
              </a:lnSpc>
              <a:spcBef>
                <a:spcPts val="0"/>
              </a:spcBef>
              <a:buFontTx/>
              <a:buNone/>
              <a:defRPr sz="3600"/>
            </a:lvl1pPr>
            <a:lvl2pPr marL="182875" indent="-182875">
              <a:spcBef>
                <a:spcPts val="1000"/>
              </a:spcBef>
              <a:buFont typeface="Arial" panose="020B0604020202020204" pitchFamily="34" charset="0"/>
              <a:buChar char="▪"/>
              <a:defRPr/>
            </a:lvl2pPr>
            <a:lvl3pPr marL="365751">
              <a:defRPr/>
            </a:lvl3pPr>
            <a:lvl4pPr marL="548626">
              <a:defRPr/>
            </a:lvl4pPr>
            <a:lvl5pPr marL="731502">
              <a:defRPr/>
            </a:lvl5pPr>
            <a:lvl6pPr marL="914377">
              <a:defRPr/>
            </a:lvl6pPr>
            <a:lvl7pPr marL="1097253">
              <a:defRPr/>
            </a:lvl7pPr>
            <a:lvl8pPr marL="1280128">
              <a:defRPr/>
            </a:lvl8pPr>
            <a:lvl9pPr marL="1463003">
              <a:defRPr/>
            </a:lvl9pPr>
          </a:lstStyle>
          <a:p>
            <a:pPr lvl="0"/>
            <a:r>
              <a:rPr lang="en-US"/>
              <a:t>[Long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23A978CF-9C5E-3CFC-1FBF-80FF0C14A03A}"/>
              </a:ext>
            </a:extLst>
          </p:cNvPr>
          <p:cNvSpPr>
            <a:spLocks noGrp="1"/>
          </p:cNvSpPr>
          <p:nvPr>
            <p:ph type="dt" sz="half" idx="12"/>
          </p:nvPr>
        </p:nvSpPr>
        <p:spPr/>
        <p:txBody>
          <a:bodyPr/>
          <a:lstStyle/>
          <a:p>
            <a:fld id="{D1DA25B2-AAF1-4C1F-AA38-12D5BFA7D4C8}" type="datetime3">
              <a:rPr lang="en-US" smtClean="0"/>
              <a:t>8 June 2026</a:t>
            </a:fld>
            <a:endParaRPr lang="en-US"/>
          </a:p>
        </p:txBody>
      </p:sp>
      <p:sp>
        <p:nvSpPr>
          <p:cNvPr id="6" name="Slide Number Placeholder 5">
            <a:extLst>
              <a:ext uri="{FF2B5EF4-FFF2-40B4-BE49-F238E27FC236}">
                <a16:creationId xmlns:a16="http://schemas.microsoft.com/office/drawing/2014/main" id="{A2496E61-43C3-4A10-6216-8AA17EF97B83}"/>
              </a:ext>
            </a:extLst>
          </p:cNvPr>
          <p:cNvSpPr>
            <a:spLocks noGrp="1"/>
          </p:cNvSpPr>
          <p:nvPr>
            <p:ph type="sldNum" sz="quarter" idx="1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391032653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ection Header - Half Image">
    <p:bg>
      <p:bgPr>
        <a:solidFill>
          <a:srgbClr val="221F2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2" y="411482"/>
            <a:ext cx="5365327"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7" name="Text Placeholder 2">
            <a:extLst>
              <a:ext uri="{FF2B5EF4-FFF2-40B4-BE49-F238E27FC236}">
                <a16:creationId xmlns:a16="http://schemas.microsoft.com/office/drawing/2014/main" id="{FD05FCA9-6234-AA37-16E9-CA72B744A81B}"/>
              </a:ext>
            </a:extLst>
          </p:cNvPr>
          <p:cNvSpPr>
            <a:spLocks noGrp="1"/>
          </p:cNvSpPr>
          <p:nvPr>
            <p:ph type="body" sz="quarter" idx="11" hasCustomPrompt="1"/>
          </p:nvPr>
        </p:nvSpPr>
        <p:spPr>
          <a:xfrm>
            <a:off x="548640" y="2148840"/>
            <a:ext cx="5365325" cy="4023360"/>
          </a:xfrm>
        </p:spPr>
        <p:txBody>
          <a:bodyPr/>
          <a:lstStyle>
            <a:lvl1pPr marL="0" indent="0">
              <a:spcBef>
                <a:spcPts val="1000"/>
              </a:spcBef>
              <a:buFontTx/>
              <a:buNone/>
              <a:defRPr/>
            </a:lvl1pPr>
            <a:lvl2pPr marL="182875" indent="-182875">
              <a:spcBef>
                <a:spcPts val="1000"/>
              </a:spcBef>
              <a:buFont typeface="Arial" panose="020B0604020202020204" pitchFamily="34" charset="0"/>
              <a:buChar char="▪"/>
              <a:defRPr/>
            </a:lvl2pPr>
            <a:lvl3pPr marL="365751">
              <a:defRPr/>
            </a:lvl3pPr>
            <a:lvl4pPr marL="548626">
              <a:defRPr/>
            </a:lvl4pPr>
            <a:lvl5pPr marL="731502">
              <a:defRPr/>
            </a:lvl5pPr>
            <a:lvl6pPr marL="914377">
              <a:defRPr/>
            </a:lvl6pPr>
            <a:lvl7pPr marL="1097253">
              <a:defRPr/>
            </a:lvl7pPr>
            <a:lvl8pPr marL="1280128">
              <a:defRPr/>
            </a:lvl8pPr>
            <a:lvl9pPr marL="1463003">
              <a:defRPr/>
            </a:lvl9pPr>
          </a:lstStyle>
          <a:p>
            <a:pPr lvl="0"/>
            <a:r>
              <a:rPr lang="en-US"/>
              <a:t>[Optional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3" name="Date Placeholder 2">
            <a:extLst>
              <a:ext uri="{FF2B5EF4-FFF2-40B4-BE49-F238E27FC236}">
                <a16:creationId xmlns:a16="http://schemas.microsoft.com/office/drawing/2014/main" id="{3F98909E-3F3B-28FF-B01F-B77401FC0BCC}"/>
              </a:ext>
            </a:extLst>
          </p:cNvPr>
          <p:cNvSpPr>
            <a:spLocks noGrp="1"/>
          </p:cNvSpPr>
          <p:nvPr>
            <p:ph type="dt" sz="half" idx="12"/>
          </p:nvPr>
        </p:nvSpPr>
        <p:spPr/>
        <p:txBody>
          <a:bodyPr/>
          <a:lstStyle/>
          <a:p>
            <a:fld id="{A25C0F39-45D0-48E9-90B3-7FE8FCE561C8}" type="datetime3">
              <a:rPr lang="en-US" smtClean="0"/>
              <a:t>8 June 2026</a:t>
            </a:fld>
            <a:endParaRPr lang="en-US"/>
          </a:p>
        </p:txBody>
      </p:sp>
      <p:sp>
        <p:nvSpPr>
          <p:cNvPr id="4" name="Slide Number Placeholder 3">
            <a:extLst>
              <a:ext uri="{FF2B5EF4-FFF2-40B4-BE49-F238E27FC236}">
                <a16:creationId xmlns:a16="http://schemas.microsoft.com/office/drawing/2014/main" id="{FC4506F2-72D4-8024-72B5-E5E4464D05D0}"/>
              </a:ext>
            </a:extLst>
          </p:cNvPr>
          <p:cNvSpPr>
            <a:spLocks noGrp="1"/>
          </p:cNvSpPr>
          <p:nvPr>
            <p:ph type="sldNum" sz="quarter" idx="13"/>
          </p:nvPr>
        </p:nvSpPr>
        <p:spPr/>
        <p:txBody>
          <a:bodyPr/>
          <a:lstStyle/>
          <a:p>
            <a:fld id="{64E5BE4B-2FBF-4174-9E62-85FAD1CB43A6}" type="slidenum">
              <a:rPr lang="en-US" smtClean="0"/>
              <a:pPr/>
              <a:t>‹#›</a:t>
            </a:fld>
            <a:endParaRPr lang="en-US"/>
          </a:p>
        </p:txBody>
      </p:sp>
      <p:sp>
        <p:nvSpPr>
          <p:cNvPr id="10" name="Picture Placeholder 3">
            <a:extLst>
              <a:ext uri="{FF2B5EF4-FFF2-40B4-BE49-F238E27FC236}">
                <a16:creationId xmlns:a16="http://schemas.microsoft.com/office/drawing/2014/main" id="{6FB94CE1-6713-07D6-4B5A-4A8C98A3721E}"/>
              </a:ext>
            </a:extLst>
          </p:cNvPr>
          <p:cNvSpPr>
            <a:spLocks noGrp="1"/>
          </p:cNvSpPr>
          <p:nvPr>
            <p:ph type="pic" sz="quarter" idx="10"/>
          </p:nvPr>
        </p:nvSpPr>
        <p:spPr>
          <a:xfrm>
            <a:off x="6278038" y="1076325"/>
            <a:ext cx="5365748" cy="5095875"/>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4" name="Rectangle 15">
            <a:extLst>
              <a:ext uri="{FF2B5EF4-FFF2-40B4-BE49-F238E27FC236}">
                <a16:creationId xmlns:a16="http://schemas.microsoft.com/office/drawing/2014/main" id="{F827E20F-449C-FD35-0420-0D0665538DFA}"/>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15" name="Rectangle 14">
            <a:extLst>
              <a:ext uri="{FF2B5EF4-FFF2-40B4-BE49-F238E27FC236}">
                <a16:creationId xmlns:a16="http://schemas.microsoft.com/office/drawing/2014/main" id="{9B78D2D4-DCB9-0AD3-0C18-6C6757224CC2}"/>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5" name="Picture 4">
            <a:extLst>
              <a:ext uri="{FF2B5EF4-FFF2-40B4-BE49-F238E27FC236}">
                <a16:creationId xmlns:a16="http://schemas.microsoft.com/office/drawing/2014/main" id="{010600B0-1249-F5D8-D1B7-CC4F0AD64E01}"/>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281854673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ection Header - Half Image - White">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2" y="411482"/>
            <a:ext cx="5365327"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7" name="Text Placeholder 2">
            <a:extLst>
              <a:ext uri="{FF2B5EF4-FFF2-40B4-BE49-F238E27FC236}">
                <a16:creationId xmlns:a16="http://schemas.microsoft.com/office/drawing/2014/main" id="{FD05FCA9-6234-AA37-16E9-CA72B744A81B}"/>
              </a:ext>
            </a:extLst>
          </p:cNvPr>
          <p:cNvSpPr>
            <a:spLocks noGrp="1"/>
          </p:cNvSpPr>
          <p:nvPr>
            <p:ph type="body" sz="quarter" idx="11" hasCustomPrompt="1"/>
          </p:nvPr>
        </p:nvSpPr>
        <p:spPr>
          <a:xfrm>
            <a:off x="548640" y="2148840"/>
            <a:ext cx="5365325" cy="4023360"/>
          </a:xfrm>
        </p:spPr>
        <p:txBody>
          <a:bodyPr/>
          <a:lstStyle>
            <a:lvl1pPr marL="0" indent="0">
              <a:spcBef>
                <a:spcPts val="1000"/>
              </a:spcBef>
              <a:buFontTx/>
              <a:buNone/>
              <a:defRPr/>
            </a:lvl1pPr>
            <a:lvl2pPr marL="182875" indent="-182875">
              <a:spcBef>
                <a:spcPts val="1000"/>
              </a:spcBef>
              <a:buFont typeface="Arial" panose="020B0604020202020204" pitchFamily="34" charset="0"/>
              <a:buChar char="▪"/>
              <a:defRPr/>
            </a:lvl2pPr>
            <a:lvl3pPr marL="365751">
              <a:defRPr/>
            </a:lvl3pPr>
            <a:lvl4pPr marL="548626">
              <a:defRPr/>
            </a:lvl4pPr>
            <a:lvl5pPr marL="731502">
              <a:defRPr/>
            </a:lvl5pPr>
            <a:lvl6pPr marL="914377">
              <a:defRPr/>
            </a:lvl6pPr>
            <a:lvl7pPr marL="1097253">
              <a:defRPr/>
            </a:lvl7pPr>
            <a:lvl8pPr marL="1280128">
              <a:defRPr/>
            </a:lvl8pPr>
            <a:lvl9pPr marL="1463003">
              <a:defRPr/>
            </a:lvl9pPr>
          </a:lstStyle>
          <a:p>
            <a:pPr lvl="0"/>
            <a:r>
              <a:rPr lang="en-US"/>
              <a:t>[Optional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Picture Placeholder 3">
            <a:extLst>
              <a:ext uri="{FF2B5EF4-FFF2-40B4-BE49-F238E27FC236}">
                <a16:creationId xmlns:a16="http://schemas.microsoft.com/office/drawing/2014/main" id="{99F1DF14-7FE6-F760-F31F-7EF2AD60D9CA}"/>
              </a:ext>
            </a:extLst>
          </p:cNvPr>
          <p:cNvSpPr>
            <a:spLocks noGrp="1"/>
          </p:cNvSpPr>
          <p:nvPr>
            <p:ph type="pic" sz="quarter" idx="10"/>
          </p:nvPr>
        </p:nvSpPr>
        <p:spPr>
          <a:xfrm>
            <a:off x="6278038" y="1076325"/>
            <a:ext cx="5365748" cy="5095875"/>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3" name="Date Placeholder 2">
            <a:extLst>
              <a:ext uri="{FF2B5EF4-FFF2-40B4-BE49-F238E27FC236}">
                <a16:creationId xmlns:a16="http://schemas.microsoft.com/office/drawing/2014/main" id="{20223B66-3A13-0C9F-B944-AC25D742AF96}"/>
              </a:ext>
            </a:extLst>
          </p:cNvPr>
          <p:cNvSpPr>
            <a:spLocks noGrp="1"/>
          </p:cNvSpPr>
          <p:nvPr>
            <p:ph type="dt" sz="half" idx="12"/>
          </p:nvPr>
        </p:nvSpPr>
        <p:spPr/>
        <p:txBody>
          <a:bodyPr/>
          <a:lstStyle/>
          <a:p>
            <a:fld id="{9BAF1A3D-92FA-4F24-9781-74AFA516A230}" type="datetime3">
              <a:rPr lang="en-US" smtClean="0"/>
              <a:t>8 June 2026</a:t>
            </a:fld>
            <a:endParaRPr lang="en-US"/>
          </a:p>
        </p:txBody>
      </p:sp>
      <p:sp>
        <p:nvSpPr>
          <p:cNvPr id="4" name="Slide Number Placeholder 3">
            <a:extLst>
              <a:ext uri="{FF2B5EF4-FFF2-40B4-BE49-F238E27FC236}">
                <a16:creationId xmlns:a16="http://schemas.microsoft.com/office/drawing/2014/main" id="{131544B9-C835-CF1D-D28F-2122F2789519}"/>
              </a:ext>
            </a:extLst>
          </p:cNvPr>
          <p:cNvSpPr>
            <a:spLocks noGrp="1"/>
          </p:cNvSpPr>
          <p:nvPr>
            <p:ph type="sldNum" sz="quarter" idx="1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307095254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[Slide title]</a:t>
            </a:r>
          </a:p>
        </p:txBody>
      </p:sp>
      <p:sp>
        <p:nvSpPr>
          <p:cNvPr id="4" name="Date Placeholder 3">
            <a:extLst>
              <a:ext uri="{FF2B5EF4-FFF2-40B4-BE49-F238E27FC236}">
                <a16:creationId xmlns:a16="http://schemas.microsoft.com/office/drawing/2014/main" id="{4379C0D1-24E4-F8B5-5008-90B631F4469A}"/>
              </a:ext>
            </a:extLst>
          </p:cNvPr>
          <p:cNvSpPr>
            <a:spLocks noGrp="1"/>
          </p:cNvSpPr>
          <p:nvPr>
            <p:ph type="dt" sz="half" idx="10"/>
          </p:nvPr>
        </p:nvSpPr>
        <p:spPr/>
        <p:txBody>
          <a:bodyPr/>
          <a:lstStyle/>
          <a:p>
            <a:fld id="{5719C672-856D-4617-A693-8FE15749A9B7}" type="datetime3">
              <a:rPr lang="en-US" smtClean="0"/>
              <a:t>8 June 2026</a:t>
            </a:fld>
            <a:endParaRPr lang="en-US"/>
          </a:p>
        </p:txBody>
      </p:sp>
      <p:sp>
        <p:nvSpPr>
          <p:cNvPr id="5" name="Slide Number Placeholder 4">
            <a:extLst>
              <a:ext uri="{FF2B5EF4-FFF2-40B4-BE49-F238E27FC236}">
                <a16:creationId xmlns:a16="http://schemas.microsoft.com/office/drawing/2014/main" id="{1FD0708B-B177-BDB5-031F-585D18C07E8A}"/>
              </a:ext>
            </a:extLst>
          </p:cNvPr>
          <p:cNvSpPr>
            <a:spLocks noGrp="1"/>
          </p:cNvSpPr>
          <p:nvPr>
            <p:ph type="sldNum" sz="quarter" idx="11"/>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1554462247"/>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itle Only - Black">
    <p:bg>
      <p:bgPr>
        <a:solidFill>
          <a:srgbClr val="221F2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[Slide title]</a:t>
            </a:r>
          </a:p>
        </p:txBody>
      </p:sp>
      <p:sp>
        <p:nvSpPr>
          <p:cNvPr id="4" name="Date Placeholder 3">
            <a:extLst>
              <a:ext uri="{FF2B5EF4-FFF2-40B4-BE49-F238E27FC236}">
                <a16:creationId xmlns:a16="http://schemas.microsoft.com/office/drawing/2014/main" id="{53232747-3E71-8E75-327E-02C587769F40}"/>
              </a:ext>
            </a:extLst>
          </p:cNvPr>
          <p:cNvSpPr>
            <a:spLocks noGrp="1"/>
          </p:cNvSpPr>
          <p:nvPr>
            <p:ph type="dt" sz="half" idx="10"/>
          </p:nvPr>
        </p:nvSpPr>
        <p:spPr/>
        <p:txBody>
          <a:bodyPr/>
          <a:lstStyle/>
          <a:p>
            <a:fld id="{5F6C764D-A39E-4C03-B161-E0BC66E8883B}" type="datetime3">
              <a:rPr lang="en-US" smtClean="0"/>
              <a:t>8 June 2026</a:t>
            </a:fld>
            <a:endParaRPr lang="en-US"/>
          </a:p>
        </p:txBody>
      </p:sp>
      <p:sp>
        <p:nvSpPr>
          <p:cNvPr id="5" name="Slide Number Placeholder 4">
            <a:extLst>
              <a:ext uri="{FF2B5EF4-FFF2-40B4-BE49-F238E27FC236}">
                <a16:creationId xmlns:a16="http://schemas.microsoft.com/office/drawing/2014/main" id="{36282339-D15E-F6F1-894B-9E0056121556}"/>
              </a:ext>
            </a:extLst>
          </p:cNvPr>
          <p:cNvSpPr>
            <a:spLocks noGrp="1"/>
          </p:cNvSpPr>
          <p:nvPr>
            <p:ph type="sldNum" sz="quarter" idx="11"/>
          </p:nvPr>
        </p:nvSpPr>
        <p:spPr/>
        <p:txBody>
          <a:bodyPr/>
          <a:lstStyle/>
          <a:p>
            <a:fld id="{64E5BE4B-2FBF-4174-9E62-85FAD1CB43A6}" type="slidenum">
              <a:rPr lang="en-US" smtClean="0"/>
              <a:pPr/>
              <a:t>‹#›</a:t>
            </a:fld>
            <a:endParaRPr lang="en-US"/>
          </a:p>
        </p:txBody>
      </p:sp>
      <p:sp>
        <p:nvSpPr>
          <p:cNvPr id="12" name="Rectangle 15">
            <a:extLst>
              <a:ext uri="{FF2B5EF4-FFF2-40B4-BE49-F238E27FC236}">
                <a16:creationId xmlns:a16="http://schemas.microsoft.com/office/drawing/2014/main" id="{833783EA-3887-4D75-CFC6-A032432DD7AD}"/>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i="0" u="none" strike="noStrike" cap="none" baseline="0" dirty="0">
                <a:solidFill>
                  <a:srgbClr val="2DAA27"/>
                </a:solidFill>
                <a:latin typeface="Arial"/>
                <a:ea typeface="Arial"/>
                <a:cs typeface="Arial Bold" panose="020B0704020202020204" pitchFamily="34" charset="0"/>
                <a:sym typeface="Arial"/>
              </a:rPr>
              <a:t>UNCLASSIFIED/GENERAL</a:t>
            </a:r>
          </a:p>
        </p:txBody>
      </p:sp>
      <p:sp>
        <p:nvSpPr>
          <p:cNvPr id="13" name="Rectangle 12">
            <a:extLst>
              <a:ext uri="{FF2B5EF4-FFF2-40B4-BE49-F238E27FC236}">
                <a16:creationId xmlns:a16="http://schemas.microsoft.com/office/drawing/2014/main" id="{AC42907C-64C3-CBB8-169A-BB3EFFC55BCC}"/>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i="0" u="none" strike="noStrike" cap="none" baseline="0" dirty="0">
                <a:solidFill>
                  <a:srgbClr val="2DAA27"/>
                </a:solidFill>
                <a:latin typeface="Arial"/>
                <a:ea typeface="Arial"/>
                <a:cs typeface="Arial Bold" panose="020B0704020202020204" pitchFamily="34" charset="0"/>
                <a:sym typeface="Arial"/>
              </a:rPr>
              <a:t>UNCLASSIFIED/GENERAL</a:t>
            </a:r>
          </a:p>
        </p:txBody>
      </p:sp>
      <p:pic>
        <p:nvPicPr>
          <p:cNvPr id="3" name="Picture 2">
            <a:extLst>
              <a:ext uri="{FF2B5EF4-FFF2-40B4-BE49-F238E27FC236}">
                <a16:creationId xmlns:a16="http://schemas.microsoft.com/office/drawing/2014/main" id="{444B3BC7-1721-F04F-32EA-9BA47104C8AA}"/>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42773152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663EDA0-A0A8-B169-0C67-503B7AD628A6}"/>
              </a:ext>
            </a:extLst>
          </p:cNvPr>
          <p:cNvSpPr>
            <a:spLocks noGrp="1"/>
          </p:cNvSpPr>
          <p:nvPr>
            <p:ph type="dt" sz="half" idx="10"/>
          </p:nvPr>
        </p:nvSpPr>
        <p:spPr/>
        <p:txBody>
          <a:bodyPr/>
          <a:lstStyle/>
          <a:p>
            <a:fld id="{6E3E33F9-20B7-4995-BE7D-165DBB597850}" type="datetime3">
              <a:rPr lang="en-US" smtClean="0"/>
              <a:t>8 June 2026</a:t>
            </a:fld>
            <a:endParaRPr lang="en-US"/>
          </a:p>
        </p:txBody>
      </p:sp>
      <p:sp>
        <p:nvSpPr>
          <p:cNvPr id="4" name="Slide Number Placeholder 3">
            <a:extLst>
              <a:ext uri="{FF2B5EF4-FFF2-40B4-BE49-F238E27FC236}">
                <a16:creationId xmlns:a16="http://schemas.microsoft.com/office/drawing/2014/main" id="{8ED91F9A-E3C3-E735-5763-000960145427}"/>
              </a:ext>
            </a:extLst>
          </p:cNvPr>
          <p:cNvSpPr>
            <a:spLocks noGrp="1"/>
          </p:cNvSpPr>
          <p:nvPr>
            <p:ph type="sldNum" sz="quarter" idx="11"/>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823550849"/>
      </p:ext>
    </p:extLst>
  </p:cSld>
  <p:clrMapOvr>
    <a:masterClrMapping/>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Blank - Black">
    <p:bg>
      <p:bgPr>
        <a:solidFill>
          <a:srgbClr val="221F20"/>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4D7CC9F-EDC9-A6F7-DA66-4A306089A171}"/>
              </a:ext>
            </a:extLst>
          </p:cNvPr>
          <p:cNvSpPr>
            <a:spLocks noGrp="1"/>
          </p:cNvSpPr>
          <p:nvPr>
            <p:ph type="dt" sz="half" idx="10"/>
          </p:nvPr>
        </p:nvSpPr>
        <p:spPr/>
        <p:txBody>
          <a:bodyPr/>
          <a:lstStyle/>
          <a:p>
            <a:fld id="{CD41C263-3501-4369-A962-62B6BF915CDE}" type="datetime3">
              <a:rPr lang="en-US" smtClean="0"/>
              <a:t>8 June 2026</a:t>
            </a:fld>
            <a:endParaRPr lang="en-US"/>
          </a:p>
        </p:txBody>
      </p:sp>
      <p:sp>
        <p:nvSpPr>
          <p:cNvPr id="4" name="Slide Number Placeholder 3">
            <a:extLst>
              <a:ext uri="{FF2B5EF4-FFF2-40B4-BE49-F238E27FC236}">
                <a16:creationId xmlns:a16="http://schemas.microsoft.com/office/drawing/2014/main" id="{F09D9C3A-06B5-D7B7-AE0A-005090EAD783}"/>
              </a:ext>
            </a:extLst>
          </p:cNvPr>
          <p:cNvSpPr>
            <a:spLocks noGrp="1"/>
          </p:cNvSpPr>
          <p:nvPr>
            <p:ph type="sldNum" sz="quarter" idx="11"/>
          </p:nvPr>
        </p:nvSpPr>
        <p:spPr/>
        <p:txBody>
          <a:bodyPr/>
          <a:lstStyle/>
          <a:p>
            <a:fld id="{64E5BE4B-2FBF-4174-9E62-85FAD1CB43A6}" type="slidenum">
              <a:rPr lang="en-US" smtClean="0"/>
              <a:pPr/>
              <a:t>‹#›</a:t>
            </a:fld>
            <a:endParaRPr lang="en-US"/>
          </a:p>
        </p:txBody>
      </p:sp>
      <p:sp>
        <p:nvSpPr>
          <p:cNvPr id="11" name="Rectangle 15">
            <a:extLst>
              <a:ext uri="{FF2B5EF4-FFF2-40B4-BE49-F238E27FC236}">
                <a16:creationId xmlns:a16="http://schemas.microsoft.com/office/drawing/2014/main" id="{B76758EE-15B3-7721-5E75-E147C8870680}"/>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12" name="Rectangle 11">
            <a:extLst>
              <a:ext uri="{FF2B5EF4-FFF2-40B4-BE49-F238E27FC236}">
                <a16:creationId xmlns:a16="http://schemas.microsoft.com/office/drawing/2014/main" id="{7CC5DC3A-1F9F-1C52-8FA1-007E776E4AAA}"/>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2" name="Picture 1">
            <a:extLst>
              <a:ext uri="{FF2B5EF4-FFF2-40B4-BE49-F238E27FC236}">
                <a16:creationId xmlns:a16="http://schemas.microsoft.com/office/drawing/2014/main" id="{69D1ED16-EB0F-ACBF-80D9-A9A76A8D7524}"/>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163938406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solidFill>
          <a:srgbClr val="221F20"/>
        </a:solidFill>
        <a:effectLst/>
      </p:bgPr>
    </p:bg>
    <p:spTree>
      <p:nvGrpSpPr>
        <p:cNvPr id="1" name=""/>
        <p:cNvGrpSpPr/>
        <p:nvPr/>
      </p:nvGrpSpPr>
      <p:grpSpPr>
        <a:xfrm>
          <a:off x="0" y="0"/>
          <a:ext cx="0" cy="0"/>
          <a:chOff x="0" y="0"/>
          <a:chExt cx="0" cy="0"/>
        </a:xfrm>
      </p:grpSpPr>
      <p:sp>
        <p:nvSpPr>
          <p:cNvPr id="7" name="TextBox">
            <a:extLst>
              <a:ext uri="{FF2B5EF4-FFF2-40B4-BE49-F238E27FC236}">
                <a16:creationId xmlns:a16="http://schemas.microsoft.com/office/drawing/2014/main" id="{9FBB499C-D22E-E02E-342C-293D573F4036}"/>
              </a:ext>
            </a:extLst>
          </p:cNvPr>
          <p:cNvSpPr txBox="1"/>
          <p:nvPr userDrawn="1"/>
        </p:nvSpPr>
        <p:spPr>
          <a:xfrm>
            <a:off x="548216" y="2148840"/>
            <a:ext cx="11094720" cy="1371600"/>
          </a:xfrm>
          <a:prstGeom prst="rect">
            <a:avLst/>
          </a:prstGeom>
          <a:noFill/>
        </p:spPr>
        <p:txBody>
          <a:bodyPr wrap="square" lIns="0" tIns="0" rIns="0" bIns="0" rtlCol="0">
            <a:noAutofit/>
          </a:bodyPr>
          <a:lstStyle/>
          <a:p>
            <a:pPr marL="0" indent="0">
              <a:lnSpc>
                <a:spcPct val="90000"/>
              </a:lnSpc>
              <a:spcBef>
                <a:spcPts val="0"/>
              </a:spcBef>
              <a:buSzPct val="100000"/>
              <a:buFontTx/>
              <a:buNone/>
            </a:pPr>
            <a:r>
              <a:rPr lang="en-US" sz="4800" cap="all" baseline="0">
                <a:solidFill>
                  <a:srgbClr val="FFCC01"/>
                </a:solidFill>
              </a:rPr>
              <a:t>THANK YOU.</a:t>
            </a:r>
          </a:p>
        </p:txBody>
      </p:sp>
      <p:sp>
        <p:nvSpPr>
          <p:cNvPr id="5" name="Text Placeholder 1">
            <a:extLst>
              <a:ext uri="{FF2B5EF4-FFF2-40B4-BE49-F238E27FC236}">
                <a16:creationId xmlns:a16="http://schemas.microsoft.com/office/drawing/2014/main" id="{900DDD06-33DA-C48B-4271-22D241C5EC75}"/>
              </a:ext>
            </a:extLst>
          </p:cNvPr>
          <p:cNvSpPr>
            <a:spLocks noGrp="1"/>
          </p:cNvSpPr>
          <p:nvPr>
            <p:ph type="body" sz="quarter" idx="10" hasCustomPrompt="1"/>
          </p:nvPr>
        </p:nvSpPr>
        <p:spPr>
          <a:xfrm>
            <a:off x="548219" y="4819415"/>
            <a:ext cx="5365749" cy="1371599"/>
          </a:xfrm>
        </p:spPr>
        <p:txBody>
          <a:bodyPr anchor="b" anchorCtr="0"/>
          <a:lstStyle>
            <a:lvl1pPr marL="0" indent="0">
              <a:spcBef>
                <a:spcPts val="0"/>
              </a:spcBef>
              <a:buFontTx/>
              <a:buNone/>
              <a:defRPr sz="1200"/>
            </a:lvl1pPr>
            <a:lvl2pPr marL="0" indent="0">
              <a:spcBef>
                <a:spcPts val="0"/>
              </a:spcBef>
              <a:buFontTx/>
              <a:buNone/>
              <a:defRPr sz="1200"/>
            </a:lvl2pPr>
            <a:lvl3pPr marL="0" indent="0">
              <a:spcBef>
                <a:spcPts val="0"/>
              </a:spcBef>
              <a:buFontTx/>
              <a:buNone/>
              <a:defRPr sz="1200"/>
            </a:lvl3pPr>
            <a:lvl4pPr marL="0" indent="0">
              <a:spcBef>
                <a:spcPts val="0"/>
              </a:spcBef>
              <a:buFontTx/>
              <a:buNone/>
              <a:defRPr sz="1200"/>
            </a:lvl4pPr>
            <a:lvl5pPr marL="0" indent="0">
              <a:spcBef>
                <a:spcPts val="0"/>
              </a:spcBef>
              <a:buFontTx/>
              <a:buNone/>
              <a:defRPr sz="1200"/>
            </a:lvl5pPr>
            <a:lvl6pPr marL="0" indent="0">
              <a:spcBef>
                <a:spcPts val="0"/>
              </a:spcBef>
              <a:buFontTx/>
              <a:buNone/>
              <a:defRPr sz="1200"/>
            </a:lvl6pPr>
            <a:lvl7pPr marL="0" indent="0">
              <a:spcBef>
                <a:spcPts val="0"/>
              </a:spcBef>
              <a:buFontTx/>
              <a:buNone/>
              <a:defRPr sz="1200"/>
            </a:lvl7pPr>
            <a:lvl8pPr marL="0" indent="0">
              <a:spcBef>
                <a:spcPts val="0"/>
              </a:spcBef>
              <a:buFontTx/>
              <a:buNone/>
              <a:defRPr sz="1200"/>
            </a:lvl8pPr>
            <a:lvl9pPr marL="0" indent="0">
              <a:spcBef>
                <a:spcPts val="0"/>
              </a:spcBef>
              <a:buFontTx/>
              <a:buNone/>
              <a:defRPr sz="1200"/>
            </a:lvl9pPr>
          </a:lstStyle>
          <a:p>
            <a:pPr lvl="0"/>
            <a:r>
              <a:rPr lang="en-US"/>
              <a:t>[Optional contact information]</a:t>
            </a:r>
          </a:p>
        </p:txBody>
      </p:sp>
      <p:sp>
        <p:nvSpPr>
          <p:cNvPr id="2" name="Date Placeholder 1">
            <a:extLst>
              <a:ext uri="{FF2B5EF4-FFF2-40B4-BE49-F238E27FC236}">
                <a16:creationId xmlns:a16="http://schemas.microsoft.com/office/drawing/2014/main" id="{8D632A57-06FC-652E-6EE4-1F70D322E5B3}"/>
              </a:ext>
            </a:extLst>
          </p:cNvPr>
          <p:cNvSpPr>
            <a:spLocks noGrp="1"/>
          </p:cNvSpPr>
          <p:nvPr>
            <p:ph type="dt" sz="half" idx="11"/>
          </p:nvPr>
        </p:nvSpPr>
        <p:spPr/>
        <p:txBody>
          <a:bodyPr/>
          <a:lstStyle/>
          <a:p>
            <a:fld id="{B06F3EBE-B2E8-4992-9F00-9E4B44F057C0}" type="datetime3">
              <a:rPr lang="en-US" smtClean="0"/>
              <a:t>8 June 2026</a:t>
            </a:fld>
            <a:endParaRPr lang="en-US"/>
          </a:p>
        </p:txBody>
      </p:sp>
      <p:sp>
        <p:nvSpPr>
          <p:cNvPr id="4" name="Slide Number Placeholder 3">
            <a:extLst>
              <a:ext uri="{FF2B5EF4-FFF2-40B4-BE49-F238E27FC236}">
                <a16:creationId xmlns:a16="http://schemas.microsoft.com/office/drawing/2014/main" id="{69E1E829-FABB-578E-0154-2C87BBF4E6A0}"/>
              </a:ext>
            </a:extLst>
          </p:cNvPr>
          <p:cNvSpPr>
            <a:spLocks noGrp="1"/>
          </p:cNvSpPr>
          <p:nvPr>
            <p:ph type="sldNum" sz="quarter" idx="12"/>
          </p:nvPr>
        </p:nvSpPr>
        <p:spPr/>
        <p:txBody>
          <a:bodyPr/>
          <a:lstStyle/>
          <a:p>
            <a:fld id="{64E5BE4B-2FBF-4174-9E62-85FAD1CB43A6}" type="slidenum">
              <a:rPr lang="en-US" smtClean="0"/>
              <a:pPr/>
              <a:t>‹#›</a:t>
            </a:fld>
            <a:endParaRPr lang="en-US"/>
          </a:p>
        </p:txBody>
      </p:sp>
      <p:pic>
        <p:nvPicPr>
          <p:cNvPr id="6" name="Picture 5">
            <a:extLst>
              <a:ext uri="{FF2B5EF4-FFF2-40B4-BE49-F238E27FC236}">
                <a16:creationId xmlns:a16="http://schemas.microsoft.com/office/drawing/2014/main" id="{B3490B06-8AF4-4B9B-7F1E-C2E93EEF2F63}"/>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830930197"/>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rgbClr val="221F20"/>
        </a:solidFill>
        <a:effectLst/>
      </p:bgPr>
    </p:bg>
    <p:spTree>
      <p:nvGrpSpPr>
        <p:cNvPr id="1" name=""/>
        <p:cNvGrpSpPr/>
        <p:nvPr/>
      </p:nvGrpSpPr>
      <p:grpSpPr>
        <a:xfrm>
          <a:off x="0" y="0"/>
          <a:ext cx="0" cy="0"/>
          <a:chOff x="0" y="0"/>
          <a:chExt cx="0" cy="0"/>
        </a:xfrm>
      </p:grpSpPr>
      <p:pic>
        <p:nvPicPr>
          <p:cNvPr id="2" name="U.S. Army" descr="U.S. Army">
            <a:extLst>
              <a:ext uri="{FF2B5EF4-FFF2-40B4-BE49-F238E27FC236}">
                <a16:creationId xmlns:a16="http://schemas.microsoft.com/office/drawing/2014/main" id="{0B06A788-76BC-690C-D43E-FC2BDE0FB202}"/>
              </a:ext>
            </a:extLst>
          </p:cNvPr>
          <p:cNvPicPr>
            <a:picLocks noChangeAspect="1"/>
          </p:cNvPicPr>
          <p:nvPr userDrawn="1"/>
        </p:nvPicPr>
        <p:blipFill>
          <a:blip r:embed="rId2"/>
          <a:stretch>
            <a:fillRect/>
          </a:stretch>
        </p:blipFill>
        <p:spPr bwMode="black">
          <a:xfrm>
            <a:off x="2827020" y="2194560"/>
            <a:ext cx="6537960" cy="2468880"/>
          </a:xfrm>
          <a:prstGeom prst="rect">
            <a:avLst/>
          </a:prstGeom>
        </p:spPr>
      </p:pic>
    </p:spTree>
    <p:extLst>
      <p:ext uri="{BB962C8B-B14F-4D97-AF65-F5344CB8AC3E}">
        <p14:creationId xmlns:p14="http://schemas.microsoft.com/office/powerpoint/2010/main" val="3025649543"/>
      </p:ext>
    </p:extLst>
  </p:cSld>
  <p:clrMapOvr>
    <a:overrideClrMapping bg1="dk1" tx1="lt1" bg2="dk2" tx2="lt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Slide" type="title" preserve="1">
  <p:cSld name="1_Title Slide">
    <p:spTree>
      <p:nvGrpSpPr>
        <p:cNvPr id="1" name="Shape 56"/>
        <p:cNvGrpSpPr/>
        <p:nvPr/>
      </p:nvGrpSpPr>
      <p:grpSpPr>
        <a:xfrm>
          <a:off x="0" y="0"/>
          <a:ext cx="0" cy="0"/>
          <a:chOff x="0" y="0"/>
          <a:chExt cx="0" cy="0"/>
        </a:xfrm>
      </p:grpSpPr>
      <p:sp>
        <p:nvSpPr>
          <p:cNvPr id="57" name="Google Shape;57;p1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14"/>
          <p:cNvSpPr txBox="1">
            <a:spLocks noGrp="1"/>
          </p:cNvSpPr>
          <p:nvPr>
            <p:ph type="subTitle" idx="1"/>
          </p:nvPr>
        </p:nvSpPr>
        <p:spPr>
          <a:xfrm>
            <a:off x="1524000" y="3602037"/>
            <a:ext cx="9144000" cy="1655763"/>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1800"/>
              <a:buNone/>
              <a:defRPr sz="2400"/>
            </a:lvl1pPr>
            <a:lvl2pPr lvl="1" algn="ctr">
              <a:lnSpc>
                <a:spcPct val="90000"/>
              </a:lnSpc>
              <a:spcBef>
                <a:spcPts val="500"/>
              </a:spcBef>
              <a:spcAft>
                <a:spcPts val="0"/>
              </a:spcAft>
              <a:buClr>
                <a:schemeClr val="dk1"/>
              </a:buClr>
              <a:buSzPts val="1500"/>
              <a:buNone/>
              <a:defRPr sz="2000"/>
            </a:lvl2pPr>
            <a:lvl3pPr lvl="2" algn="ctr">
              <a:lnSpc>
                <a:spcPct val="90000"/>
              </a:lnSpc>
              <a:spcBef>
                <a:spcPts val="500"/>
              </a:spcBef>
              <a:spcAft>
                <a:spcPts val="0"/>
              </a:spcAft>
              <a:buClr>
                <a:schemeClr val="dk1"/>
              </a:buClr>
              <a:buSzPts val="1350"/>
              <a:buNone/>
              <a:defRPr sz="1800"/>
            </a:lvl3pPr>
            <a:lvl4pPr lvl="3" algn="ctr">
              <a:lnSpc>
                <a:spcPct val="90000"/>
              </a:lnSpc>
              <a:spcBef>
                <a:spcPts val="500"/>
              </a:spcBef>
              <a:spcAft>
                <a:spcPts val="0"/>
              </a:spcAft>
              <a:buClr>
                <a:schemeClr val="dk1"/>
              </a:buClr>
              <a:buSzPts val="1200"/>
              <a:buNone/>
              <a:defRPr sz="1600"/>
            </a:lvl4pPr>
            <a:lvl5pPr lvl="4" algn="ctr">
              <a:lnSpc>
                <a:spcPct val="90000"/>
              </a:lnSpc>
              <a:spcBef>
                <a:spcPts val="500"/>
              </a:spcBef>
              <a:spcAft>
                <a:spcPts val="0"/>
              </a:spcAft>
              <a:buClr>
                <a:schemeClr val="dk1"/>
              </a:buClr>
              <a:buSzPts val="1200"/>
              <a:buNone/>
              <a:defRPr sz="1600"/>
            </a:lvl5pPr>
            <a:lvl6pPr lvl="5" algn="ctr">
              <a:lnSpc>
                <a:spcPct val="90000"/>
              </a:lnSpc>
              <a:spcBef>
                <a:spcPts val="500"/>
              </a:spcBef>
              <a:spcAft>
                <a:spcPts val="0"/>
              </a:spcAft>
              <a:buClr>
                <a:schemeClr val="dk1"/>
              </a:buClr>
              <a:buSzPts val="1200"/>
              <a:buNone/>
              <a:defRPr sz="1600"/>
            </a:lvl6pPr>
            <a:lvl7pPr lvl="6" algn="ctr">
              <a:lnSpc>
                <a:spcPct val="90000"/>
              </a:lnSpc>
              <a:spcBef>
                <a:spcPts val="500"/>
              </a:spcBef>
              <a:spcAft>
                <a:spcPts val="0"/>
              </a:spcAft>
              <a:buClr>
                <a:schemeClr val="dk1"/>
              </a:buClr>
              <a:buSzPts val="1200"/>
              <a:buNone/>
              <a:defRPr sz="1600"/>
            </a:lvl7pPr>
            <a:lvl8pPr lvl="7" algn="ctr">
              <a:lnSpc>
                <a:spcPct val="90000"/>
              </a:lnSpc>
              <a:spcBef>
                <a:spcPts val="500"/>
              </a:spcBef>
              <a:spcAft>
                <a:spcPts val="0"/>
              </a:spcAft>
              <a:buClr>
                <a:schemeClr val="dk1"/>
              </a:buClr>
              <a:buSzPts val="1200"/>
              <a:buNone/>
              <a:defRPr sz="1600"/>
            </a:lvl8pPr>
            <a:lvl9pPr lvl="8" algn="ctr">
              <a:lnSpc>
                <a:spcPct val="90000"/>
              </a:lnSpc>
              <a:spcBef>
                <a:spcPts val="500"/>
              </a:spcBef>
              <a:spcAft>
                <a:spcPts val="0"/>
              </a:spcAft>
              <a:buClr>
                <a:schemeClr val="dk1"/>
              </a:buClr>
              <a:buSzPts val="1200"/>
              <a:buNone/>
              <a:defRPr sz="1600"/>
            </a:lvl9pPr>
          </a:lstStyle>
          <a:p>
            <a:endParaRPr/>
          </a:p>
        </p:txBody>
      </p:sp>
      <p:sp>
        <p:nvSpPr>
          <p:cNvPr id="59" name="Google Shape;59;p14"/>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4"/>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14"/>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757575"/>
              </a:buClr>
              <a:buSzPts val="900"/>
              <a:buFont typeface="Arial"/>
              <a:buNone/>
              <a:defRPr/>
            </a:lvl1pPr>
            <a:lvl2pPr marL="0" lvl="1" indent="0" algn="r">
              <a:spcBef>
                <a:spcPts val="0"/>
              </a:spcBef>
              <a:spcAft>
                <a:spcPts val="0"/>
              </a:spcAft>
              <a:buClr>
                <a:srgbClr val="757575"/>
              </a:buClr>
              <a:buSzPts val="900"/>
              <a:buFont typeface="Arial"/>
              <a:buNone/>
              <a:defRPr/>
            </a:lvl2pPr>
            <a:lvl3pPr marL="0" lvl="2" indent="0" algn="r">
              <a:spcBef>
                <a:spcPts val="0"/>
              </a:spcBef>
              <a:spcAft>
                <a:spcPts val="0"/>
              </a:spcAft>
              <a:buClr>
                <a:srgbClr val="757575"/>
              </a:buClr>
              <a:buSzPts val="900"/>
              <a:buFont typeface="Arial"/>
              <a:buNone/>
              <a:defRPr/>
            </a:lvl3pPr>
            <a:lvl4pPr marL="0" lvl="3" indent="0" algn="r">
              <a:spcBef>
                <a:spcPts val="0"/>
              </a:spcBef>
              <a:spcAft>
                <a:spcPts val="0"/>
              </a:spcAft>
              <a:buClr>
                <a:srgbClr val="757575"/>
              </a:buClr>
              <a:buSzPts val="900"/>
              <a:buFont typeface="Arial"/>
              <a:buNone/>
              <a:defRPr/>
            </a:lvl4pPr>
            <a:lvl5pPr marL="0" lvl="4" indent="0" algn="r">
              <a:spcBef>
                <a:spcPts val="0"/>
              </a:spcBef>
              <a:spcAft>
                <a:spcPts val="0"/>
              </a:spcAft>
              <a:buClr>
                <a:srgbClr val="757575"/>
              </a:buClr>
              <a:buSzPts val="900"/>
              <a:buFont typeface="Arial"/>
              <a:buNone/>
              <a:defRPr/>
            </a:lvl5pPr>
            <a:lvl6pPr marL="0" lvl="5" indent="0" algn="r">
              <a:spcBef>
                <a:spcPts val="0"/>
              </a:spcBef>
              <a:spcAft>
                <a:spcPts val="0"/>
              </a:spcAft>
              <a:buClr>
                <a:srgbClr val="757575"/>
              </a:buClr>
              <a:buSzPts val="900"/>
              <a:buFont typeface="Arial"/>
              <a:buNone/>
              <a:defRPr/>
            </a:lvl6pPr>
            <a:lvl7pPr marL="0" lvl="6" indent="0" algn="r">
              <a:spcBef>
                <a:spcPts val="0"/>
              </a:spcBef>
              <a:spcAft>
                <a:spcPts val="0"/>
              </a:spcAft>
              <a:buClr>
                <a:srgbClr val="757575"/>
              </a:buClr>
              <a:buSzPts val="900"/>
              <a:buFont typeface="Arial"/>
              <a:buNone/>
              <a:defRPr/>
            </a:lvl7pPr>
            <a:lvl8pPr marL="0" lvl="7" indent="0" algn="r">
              <a:spcBef>
                <a:spcPts val="0"/>
              </a:spcBef>
              <a:spcAft>
                <a:spcPts val="0"/>
              </a:spcAft>
              <a:buClr>
                <a:srgbClr val="757575"/>
              </a:buClr>
              <a:buSzPts val="900"/>
              <a:buFont typeface="Arial"/>
              <a:buNone/>
              <a:defRPr/>
            </a:lvl8pPr>
            <a:lvl9pPr marL="0" lvl="8" indent="0" algn="r">
              <a:spcBef>
                <a:spcPts val="0"/>
              </a:spcBef>
              <a:spcAft>
                <a:spcPts val="0"/>
              </a:spcAft>
              <a:buClr>
                <a:srgbClr val="757575"/>
              </a:buClr>
              <a:buSzPts val="900"/>
              <a:buFont typeface="Arial"/>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5221384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Only" type="titleOnly" preserve="1">
  <p:cSld name="1_Title Only">
    <p:spTree>
      <p:nvGrpSpPr>
        <p:cNvPr id="1" name="Shape 62"/>
        <p:cNvGrpSpPr/>
        <p:nvPr/>
      </p:nvGrpSpPr>
      <p:grpSpPr>
        <a:xfrm>
          <a:off x="0" y="0"/>
          <a:ext cx="0" cy="0"/>
          <a:chOff x="0" y="0"/>
          <a:chExt cx="0" cy="0"/>
        </a:xfrm>
      </p:grpSpPr>
      <p:sp>
        <p:nvSpPr>
          <p:cNvPr id="63" name="Google Shape;63;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15"/>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15"/>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5"/>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757575"/>
              </a:buClr>
              <a:buSzPts val="900"/>
              <a:buFont typeface="Arial"/>
              <a:buNone/>
              <a:defRPr/>
            </a:lvl1pPr>
            <a:lvl2pPr marL="0" lvl="1" indent="0" algn="r">
              <a:spcBef>
                <a:spcPts val="0"/>
              </a:spcBef>
              <a:spcAft>
                <a:spcPts val="0"/>
              </a:spcAft>
              <a:buClr>
                <a:srgbClr val="757575"/>
              </a:buClr>
              <a:buSzPts val="900"/>
              <a:buFont typeface="Arial"/>
              <a:buNone/>
              <a:defRPr/>
            </a:lvl2pPr>
            <a:lvl3pPr marL="0" lvl="2" indent="0" algn="r">
              <a:spcBef>
                <a:spcPts val="0"/>
              </a:spcBef>
              <a:spcAft>
                <a:spcPts val="0"/>
              </a:spcAft>
              <a:buClr>
                <a:srgbClr val="757575"/>
              </a:buClr>
              <a:buSzPts val="900"/>
              <a:buFont typeface="Arial"/>
              <a:buNone/>
              <a:defRPr/>
            </a:lvl3pPr>
            <a:lvl4pPr marL="0" lvl="3" indent="0" algn="r">
              <a:spcBef>
                <a:spcPts val="0"/>
              </a:spcBef>
              <a:spcAft>
                <a:spcPts val="0"/>
              </a:spcAft>
              <a:buClr>
                <a:srgbClr val="757575"/>
              </a:buClr>
              <a:buSzPts val="900"/>
              <a:buFont typeface="Arial"/>
              <a:buNone/>
              <a:defRPr/>
            </a:lvl4pPr>
            <a:lvl5pPr marL="0" lvl="4" indent="0" algn="r">
              <a:spcBef>
                <a:spcPts val="0"/>
              </a:spcBef>
              <a:spcAft>
                <a:spcPts val="0"/>
              </a:spcAft>
              <a:buClr>
                <a:srgbClr val="757575"/>
              </a:buClr>
              <a:buSzPts val="900"/>
              <a:buFont typeface="Arial"/>
              <a:buNone/>
              <a:defRPr/>
            </a:lvl5pPr>
            <a:lvl6pPr marL="0" lvl="5" indent="0" algn="r">
              <a:spcBef>
                <a:spcPts val="0"/>
              </a:spcBef>
              <a:spcAft>
                <a:spcPts val="0"/>
              </a:spcAft>
              <a:buClr>
                <a:srgbClr val="757575"/>
              </a:buClr>
              <a:buSzPts val="900"/>
              <a:buFont typeface="Arial"/>
              <a:buNone/>
              <a:defRPr/>
            </a:lvl6pPr>
            <a:lvl7pPr marL="0" lvl="6" indent="0" algn="r">
              <a:spcBef>
                <a:spcPts val="0"/>
              </a:spcBef>
              <a:spcAft>
                <a:spcPts val="0"/>
              </a:spcAft>
              <a:buClr>
                <a:srgbClr val="757575"/>
              </a:buClr>
              <a:buSzPts val="900"/>
              <a:buFont typeface="Arial"/>
              <a:buNone/>
              <a:defRPr/>
            </a:lvl7pPr>
            <a:lvl8pPr marL="0" lvl="7" indent="0" algn="r">
              <a:spcBef>
                <a:spcPts val="0"/>
              </a:spcBef>
              <a:spcAft>
                <a:spcPts val="0"/>
              </a:spcAft>
              <a:buClr>
                <a:srgbClr val="757575"/>
              </a:buClr>
              <a:buSzPts val="900"/>
              <a:buFont typeface="Arial"/>
              <a:buNone/>
              <a:defRPr/>
            </a:lvl8pPr>
            <a:lvl9pPr marL="0" lvl="8" indent="0" algn="r">
              <a:spcBef>
                <a:spcPts val="0"/>
              </a:spcBef>
              <a:spcAft>
                <a:spcPts val="0"/>
              </a:spcAft>
              <a:buClr>
                <a:srgbClr val="757575"/>
              </a:buClr>
              <a:buSzPts val="900"/>
              <a:buFont typeface="Arial"/>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03896397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two columns" type="twoColTx" preserve="1">
  <p:cSld name="Title and two columns">
    <p:spTree>
      <p:nvGrpSpPr>
        <p:cNvPr id="1" name="Shape 67"/>
        <p:cNvGrpSpPr/>
        <p:nvPr/>
      </p:nvGrpSpPr>
      <p:grpSpPr>
        <a:xfrm>
          <a:off x="0" y="0"/>
          <a:ext cx="0" cy="0"/>
          <a:chOff x="0" y="0"/>
          <a:chExt cx="0" cy="0"/>
        </a:xfrm>
      </p:grpSpPr>
      <p:sp>
        <p:nvSpPr>
          <p:cNvPr id="68" name="Google Shape;68;p16"/>
          <p:cNvSpPr txBox="1">
            <a:spLocks noGrp="1"/>
          </p:cNvSpPr>
          <p:nvPr>
            <p:ph type="title"/>
          </p:nvPr>
        </p:nvSpPr>
        <p:spPr>
          <a:xfrm>
            <a:off x="415633" y="667900"/>
            <a:ext cx="11360800" cy="831600"/>
          </a:xfrm>
          <a:prstGeom prst="rect">
            <a:avLst/>
          </a:prstGeom>
          <a:noFill/>
          <a:ln>
            <a:noFill/>
          </a:ln>
        </p:spPr>
        <p:txBody>
          <a:bodyPr spcFirstLastPara="1" wrap="square" lIns="91425" tIns="91425" rIns="91425" bIns="91425" anchor="t" anchorCtr="0">
            <a:normAutofit/>
          </a:bodyPr>
          <a:lstStyle>
            <a:lvl1pPr lvl="0" algn="l">
              <a:lnSpc>
                <a:spcPct val="90000"/>
              </a:lnSpc>
              <a:spcBef>
                <a:spcPts val="0"/>
              </a:spcBef>
              <a:spcAft>
                <a:spcPts val="0"/>
              </a:spcAft>
              <a:buClr>
                <a:schemeClr val="lt1"/>
              </a:buClr>
              <a:buSzPts val="2800"/>
              <a:buFont typeface="Play"/>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69" name="Google Shape;69;p16"/>
          <p:cNvSpPr txBox="1">
            <a:spLocks noGrp="1"/>
          </p:cNvSpPr>
          <p:nvPr>
            <p:ph type="body" idx="1"/>
          </p:nvPr>
        </p:nvSpPr>
        <p:spPr>
          <a:xfrm>
            <a:off x="415600" y="2007600"/>
            <a:ext cx="5333200" cy="4101600"/>
          </a:xfrm>
          <a:prstGeom prst="rect">
            <a:avLst/>
          </a:prstGeom>
          <a:noFill/>
          <a:ln>
            <a:noFill/>
          </a:ln>
        </p:spPr>
        <p:txBody>
          <a:bodyPr spcFirstLastPara="1" wrap="square" lIns="91425" tIns="91425" rIns="91425" bIns="91425" anchor="t" anchorCtr="0">
            <a:normAutofit/>
          </a:bodyPr>
          <a:lstStyle>
            <a:lvl1pPr marL="609585" lvl="0" indent="-414856" algn="l">
              <a:lnSpc>
                <a:spcPct val="90000"/>
              </a:lnSpc>
              <a:spcBef>
                <a:spcPts val="0"/>
              </a:spcBef>
              <a:spcAft>
                <a:spcPts val="0"/>
              </a:spcAft>
              <a:buClr>
                <a:schemeClr val="dk1"/>
              </a:buClr>
              <a:buSzPts val="1300"/>
              <a:buChar char="●"/>
              <a:defRPr/>
            </a:lvl1pPr>
            <a:lvl2pPr marL="1219170" lvl="1" indent="-397923" algn="l">
              <a:lnSpc>
                <a:spcPct val="90000"/>
              </a:lnSpc>
              <a:spcBef>
                <a:spcPts val="0"/>
              </a:spcBef>
              <a:spcAft>
                <a:spcPts val="0"/>
              </a:spcAft>
              <a:buClr>
                <a:schemeClr val="dk1"/>
              </a:buClr>
              <a:buSzPts val="1100"/>
              <a:buChar char="○"/>
              <a:defRPr/>
            </a:lvl2pPr>
            <a:lvl3pPr marL="1828754" lvl="2" indent="-397923" algn="l">
              <a:lnSpc>
                <a:spcPct val="90000"/>
              </a:lnSpc>
              <a:spcBef>
                <a:spcPts val="0"/>
              </a:spcBef>
              <a:spcAft>
                <a:spcPts val="0"/>
              </a:spcAft>
              <a:buClr>
                <a:schemeClr val="dk1"/>
              </a:buClr>
              <a:buSzPts val="1100"/>
              <a:buChar char="■"/>
              <a:defRPr/>
            </a:lvl3pPr>
            <a:lvl4pPr marL="2438339" lvl="3" indent="-397923" algn="l">
              <a:lnSpc>
                <a:spcPct val="90000"/>
              </a:lnSpc>
              <a:spcBef>
                <a:spcPts val="0"/>
              </a:spcBef>
              <a:spcAft>
                <a:spcPts val="0"/>
              </a:spcAft>
              <a:buClr>
                <a:schemeClr val="dk1"/>
              </a:buClr>
              <a:buSzPts val="1100"/>
              <a:buChar char="●"/>
              <a:defRPr/>
            </a:lvl4pPr>
            <a:lvl5pPr marL="3047924" lvl="4" indent="-397923" algn="l">
              <a:lnSpc>
                <a:spcPct val="90000"/>
              </a:lnSpc>
              <a:spcBef>
                <a:spcPts val="0"/>
              </a:spcBef>
              <a:spcAft>
                <a:spcPts val="0"/>
              </a:spcAft>
              <a:buClr>
                <a:schemeClr val="dk1"/>
              </a:buClr>
              <a:buSzPts val="1100"/>
              <a:buChar char="○"/>
              <a:defRPr/>
            </a:lvl5pPr>
            <a:lvl6pPr marL="3657509" lvl="5" indent="-397923" algn="l">
              <a:lnSpc>
                <a:spcPct val="90000"/>
              </a:lnSpc>
              <a:spcBef>
                <a:spcPts val="0"/>
              </a:spcBef>
              <a:spcAft>
                <a:spcPts val="0"/>
              </a:spcAft>
              <a:buClr>
                <a:schemeClr val="dk1"/>
              </a:buClr>
              <a:buSzPts val="1100"/>
              <a:buChar char="■"/>
              <a:defRPr/>
            </a:lvl6pPr>
            <a:lvl7pPr marL="4267093" lvl="6" indent="-397923" algn="l">
              <a:lnSpc>
                <a:spcPct val="90000"/>
              </a:lnSpc>
              <a:spcBef>
                <a:spcPts val="0"/>
              </a:spcBef>
              <a:spcAft>
                <a:spcPts val="0"/>
              </a:spcAft>
              <a:buClr>
                <a:schemeClr val="dk1"/>
              </a:buClr>
              <a:buSzPts val="1100"/>
              <a:buChar char="●"/>
              <a:defRPr/>
            </a:lvl7pPr>
            <a:lvl8pPr marL="4876678" lvl="7" indent="-397923" algn="l">
              <a:lnSpc>
                <a:spcPct val="90000"/>
              </a:lnSpc>
              <a:spcBef>
                <a:spcPts val="0"/>
              </a:spcBef>
              <a:spcAft>
                <a:spcPts val="0"/>
              </a:spcAft>
              <a:buClr>
                <a:schemeClr val="dk1"/>
              </a:buClr>
              <a:buSzPts val="1100"/>
              <a:buChar char="○"/>
              <a:defRPr/>
            </a:lvl8pPr>
            <a:lvl9pPr marL="5486263" lvl="8" indent="-397923" algn="l">
              <a:lnSpc>
                <a:spcPct val="90000"/>
              </a:lnSpc>
              <a:spcBef>
                <a:spcPts val="0"/>
              </a:spcBef>
              <a:spcAft>
                <a:spcPts val="0"/>
              </a:spcAft>
              <a:buClr>
                <a:schemeClr val="dk1"/>
              </a:buClr>
              <a:buSzPts val="1100"/>
              <a:buChar char="■"/>
              <a:defRPr/>
            </a:lvl9pPr>
          </a:lstStyle>
          <a:p>
            <a:endParaRPr/>
          </a:p>
        </p:txBody>
      </p:sp>
      <p:sp>
        <p:nvSpPr>
          <p:cNvPr id="70" name="Google Shape;70;p16"/>
          <p:cNvSpPr txBox="1">
            <a:spLocks noGrp="1"/>
          </p:cNvSpPr>
          <p:nvPr>
            <p:ph type="body" idx="2"/>
          </p:nvPr>
        </p:nvSpPr>
        <p:spPr>
          <a:xfrm>
            <a:off x="6443200" y="2007600"/>
            <a:ext cx="5333200" cy="4101600"/>
          </a:xfrm>
          <a:prstGeom prst="rect">
            <a:avLst/>
          </a:prstGeom>
          <a:noFill/>
          <a:ln>
            <a:noFill/>
          </a:ln>
        </p:spPr>
        <p:txBody>
          <a:bodyPr spcFirstLastPara="1" wrap="square" lIns="91425" tIns="91425" rIns="91425" bIns="91425" anchor="t" anchorCtr="0">
            <a:normAutofit/>
          </a:bodyPr>
          <a:lstStyle>
            <a:lvl1pPr marL="609585" lvl="0" indent="-414856" algn="l">
              <a:lnSpc>
                <a:spcPct val="90000"/>
              </a:lnSpc>
              <a:spcBef>
                <a:spcPts val="0"/>
              </a:spcBef>
              <a:spcAft>
                <a:spcPts val="0"/>
              </a:spcAft>
              <a:buClr>
                <a:schemeClr val="dk1"/>
              </a:buClr>
              <a:buSzPts val="1300"/>
              <a:buChar char="●"/>
              <a:defRPr/>
            </a:lvl1pPr>
            <a:lvl2pPr marL="1219170" lvl="1" indent="-397923" algn="l">
              <a:lnSpc>
                <a:spcPct val="90000"/>
              </a:lnSpc>
              <a:spcBef>
                <a:spcPts val="0"/>
              </a:spcBef>
              <a:spcAft>
                <a:spcPts val="0"/>
              </a:spcAft>
              <a:buClr>
                <a:schemeClr val="dk1"/>
              </a:buClr>
              <a:buSzPts val="1100"/>
              <a:buChar char="○"/>
              <a:defRPr/>
            </a:lvl2pPr>
            <a:lvl3pPr marL="1828754" lvl="2" indent="-397923" algn="l">
              <a:lnSpc>
                <a:spcPct val="90000"/>
              </a:lnSpc>
              <a:spcBef>
                <a:spcPts val="0"/>
              </a:spcBef>
              <a:spcAft>
                <a:spcPts val="0"/>
              </a:spcAft>
              <a:buClr>
                <a:schemeClr val="dk1"/>
              </a:buClr>
              <a:buSzPts val="1100"/>
              <a:buChar char="■"/>
              <a:defRPr/>
            </a:lvl3pPr>
            <a:lvl4pPr marL="2438339" lvl="3" indent="-397923" algn="l">
              <a:lnSpc>
                <a:spcPct val="90000"/>
              </a:lnSpc>
              <a:spcBef>
                <a:spcPts val="0"/>
              </a:spcBef>
              <a:spcAft>
                <a:spcPts val="0"/>
              </a:spcAft>
              <a:buClr>
                <a:schemeClr val="dk1"/>
              </a:buClr>
              <a:buSzPts val="1100"/>
              <a:buChar char="●"/>
              <a:defRPr/>
            </a:lvl4pPr>
            <a:lvl5pPr marL="3047924" lvl="4" indent="-397923" algn="l">
              <a:lnSpc>
                <a:spcPct val="90000"/>
              </a:lnSpc>
              <a:spcBef>
                <a:spcPts val="0"/>
              </a:spcBef>
              <a:spcAft>
                <a:spcPts val="0"/>
              </a:spcAft>
              <a:buClr>
                <a:schemeClr val="dk1"/>
              </a:buClr>
              <a:buSzPts val="1100"/>
              <a:buChar char="○"/>
              <a:defRPr/>
            </a:lvl5pPr>
            <a:lvl6pPr marL="3657509" lvl="5" indent="-397923" algn="l">
              <a:lnSpc>
                <a:spcPct val="90000"/>
              </a:lnSpc>
              <a:spcBef>
                <a:spcPts val="0"/>
              </a:spcBef>
              <a:spcAft>
                <a:spcPts val="0"/>
              </a:spcAft>
              <a:buClr>
                <a:schemeClr val="dk1"/>
              </a:buClr>
              <a:buSzPts val="1100"/>
              <a:buChar char="■"/>
              <a:defRPr/>
            </a:lvl6pPr>
            <a:lvl7pPr marL="4267093" lvl="6" indent="-397923" algn="l">
              <a:lnSpc>
                <a:spcPct val="90000"/>
              </a:lnSpc>
              <a:spcBef>
                <a:spcPts val="0"/>
              </a:spcBef>
              <a:spcAft>
                <a:spcPts val="0"/>
              </a:spcAft>
              <a:buClr>
                <a:schemeClr val="dk1"/>
              </a:buClr>
              <a:buSzPts val="1100"/>
              <a:buChar char="●"/>
              <a:defRPr/>
            </a:lvl7pPr>
            <a:lvl8pPr marL="4876678" lvl="7" indent="-397923" algn="l">
              <a:lnSpc>
                <a:spcPct val="90000"/>
              </a:lnSpc>
              <a:spcBef>
                <a:spcPts val="0"/>
              </a:spcBef>
              <a:spcAft>
                <a:spcPts val="0"/>
              </a:spcAft>
              <a:buClr>
                <a:schemeClr val="dk1"/>
              </a:buClr>
              <a:buSzPts val="1100"/>
              <a:buChar char="○"/>
              <a:defRPr/>
            </a:lvl8pPr>
            <a:lvl9pPr marL="5486263" lvl="8" indent="-397923" algn="l">
              <a:lnSpc>
                <a:spcPct val="90000"/>
              </a:lnSpc>
              <a:spcBef>
                <a:spcPts val="0"/>
              </a:spcBef>
              <a:spcAft>
                <a:spcPts val="0"/>
              </a:spcAft>
              <a:buClr>
                <a:schemeClr val="dk1"/>
              </a:buClr>
              <a:buSzPts val="1100"/>
              <a:buChar char="■"/>
              <a:defRPr/>
            </a:lvl9pPr>
          </a:lstStyle>
          <a:p>
            <a:endParaRPr/>
          </a:p>
        </p:txBody>
      </p:sp>
      <p:sp>
        <p:nvSpPr>
          <p:cNvPr id="71" name="Google Shape;71;p16"/>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1pPr>
            <a:lvl2pPr marL="0" marR="0" lvl="1"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2pPr>
            <a:lvl3pPr marL="0" marR="0" lvl="2"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3pPr>
            <a:lvl4pPr marL="0" marR="0" lvl="3"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4pPr>
            <a:lvl5pPr marL="0" marR="0" lvl="4"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5pPr>
            <a:lvl6pPr marL="0" marR="0" lvl="5"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6pPr>
            <a:lvl7pPr marL="0" marR="0" lvl="6"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7pPr>
            <a:lvl8pPr marL="0" marR="0" lvl="7"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8pPr>
            <a:lvl9pPr marL="0" marR="0" lvl="8"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59830875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3EF2D14-34EB-4AB7-A883-91D354E6CEDA}" type="datetime1">
              <a:rPr lang="en-US" smtClean="0"/>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039B46-FA54-4B70-AC0D-4BB93E2046DD}" type="slidenum">
              <a:rPr lang="en-US" smtClean="0"/>
              <a:t>‹#›</a:t>
            </a:fld>
            <a:endParaRPr lang="en-US"/>
          </a:p>
        </p:txBody>
      </p:sp>
    </p:spTree>
    <p:extLst>
      <p:ext uri="{BB962C8B-B14F-4D97-AF65-F5344CB8AC3E}">
        <p14:creationId xmlns:p14="http://schemas.microsoft.com/office/powerpoint/2010/main" val="219959192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81326E8-7019-476C-B0D6-BE7F536158AB}" type="datetime1">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039B46-FA54-4B70-AC0D-4BB93E2046DD}" type="slidenum">
              <a:rPr lang="en-US" smtClean="0"/>
              <a:t>‹#›</a:t>
            </a:fld>
            <a:endParaRPr lang="en-US"/>
          </a:p>
        </p:txBody>
      </p:sp>
    </p:spTree>
    <p:extLst>
      <p:ext uri="{BB962C8B-B14F-4D97-AF65-F5344CB8AC3E}">
        <p14:creationId xmlns:p14="http://schemas.microsoft.com/office/powerpoint/2010/main" val="42874968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211F67F-49B5-4E96-BB49-9A66581A865E}" type="datetime1">
              <a:rPr lang="en-US" smtClean="0"/>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039B46-FA54-4B70-AC0D-4BB93E2046DD}" type="slidenum">
              <a:rPr lang="en-US" smtClean="0"/>
              <a:t>‹#›</a:t>
            </a:fld>
            <a:endParaRPr lang="en-US"/>
          </a:p>
        </p:txBody>
      </p:sp>
    </p:spTree>
    <p:extLst>
      <p:ext uri="{BB962C8B-B14F-4D97-AF65-F5344CB8AC3E}">
        <p14:creationId xmlns:p14="http://schemas.microsoft.com/office/powerpoint/2010/main" val="56508740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2.png"/><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170940C-8B04-CB4D-1B44-6768963C04C7}"/>
              </a:ext>
            </a:extLst>
          </p:cNvPr>
          <p:cNvPicPr>
            <a:picLocks noChangeAspect="1"/>
          </p:cNvPicPr>
          <p:nvPr userDrawn="1"/>
        </p:nvPicPr>
        <p:blipFill>
          <a:blip r:embed="rId38"/>
          <a:srcRect l="26274" t="67"/>
          <a:stretch>
            <a:fillRect/>
          </a:stretch>
        </p:blipFill>
        <p:spPr>
          <a:xfrm>
            <a:off x="10428515" y="411481"/>
            <a:ext cx="1214844" cy="477704"/>
          </a:xfrm>
          <a:prstGeom prst="rect">
            <a:avLst/>
          </a:prstGeom>
        </p:spPr>
      </p:pic>
      <p:sp>
        <p:nvSpPr>
          <p:cNvPr id="2" name="Title Placeholder 1"/>
          <p:cNvSpPr>
            <a:spLocks noGrp="1"/>
          </p:cNvSpPr>
          <p:nvPr>
            <p:ph type="title"/>
          </p:nvPr>
        </p:nvSpPr>
        <p:spPr>
          <a:xfrm>
            <a:off x="548640" y="411481"/>
            <a:ext cx="8231293" cy="914400"/>
          </a:xfrm>
          <a:prstGeom prst="rect">
            <a:avLst/>
          </a:prstGeom>
        </p:spPr>
        <p:txBody>
          <a:bodyPr vert="horz" lIns="0" tIns="0" rIns="0" bIns="0" rtlCol="0" anchor="t" anchorCtr="0">
            <a:noAutofit/>
          </a:bodyPr>
          <a:lstStyle/>
          <a:p>
            <a:r>
              <a:rPr lang="en-US"/>
              <a:t>[Slide title]</a:t>
            </a:r>
          </a:p>
        </p:txBody>
      </p:sp>
      <p:sp>
        <p:nvSpPr>
          <p:cNvPr id="3" name="Text Placeholder 2"/>
          <p:cNvSpPr>
            <a:spLocks noGrp="1"/>
          </p:cNvSpPr>
          <p:nvPr>
            <p:ph type="body" idx="1"/>
          </p:nvPr>
        </p:nvSpPr>
        <p:spPr>
          <a:xfrm>
            <a:off x="548639" y="1600199"/>
            <a:ext cx="11094720" cy="4572000"/>
          </a:xfrm>
          <a:prstGeom prst="rect">
            <a:avLst/>
          </a:prstGeom>
        </p:spPr>
        <p:txBody>
          <a:bodyPr vert="horz" lIns="0" tIns="0" rIns="0" bIns="0" spcCol="36576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15">
            <a:extLst>
              <a:ext uri="{FF2B5EF4-FFF2-40B4-BE49-F238E27FC236}">
                <a16:creationId xmlns:a16="http://schemas.microsoft.com/office/drawing/2014/main" id="{A505B177-5D6D-67A3-C213-FBD8A41DB44D}"/>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6" name="Rectangle 5">
            <a:extLst>
              <a:ext uri="{FF2B5EF4-FFF2-40B4-BE49-F238E27FC236}">
                <a16:creationId xmlns:a16="http://schemas.microsoft.com/office/drawing/2014/main" id="{B1B11D7F-02E5-4718-D558-9A38AEFE4A3F}"/>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13" name="Date Placeholder 12">
            <a:extLst>
              <a:ext uri="{FF2B5EF4-FFF2-40B4-BE49-F238E27FC236}">
                <a16:creationId xmlns:a16="http://schemas.microsoft.com/office/drawing/2014/main" id="{B598B6A5-7EA2-1E58-A263-9A08F2A4D5DB}"/>
              </a:ext>
            </a:extLst>
          </p:cNvPr>
          <p:cNvSpPr>
            <a:spLocks noGrp="1"/>
          </p:cNvSpPr>
          <p:nvPr>
            <p:ph type="dt" sz="half" idx="2"/>
          </p:nvPr>
        </p:nvSpPr>
        <p:spPr>
          <a:xfrm>
            <a:off x="547688" y="6629400"/>
            <a:ext cx="823912" cy="228600"/>
          </a:xfrm>
          <a:prstGeom prst="rect">
            <a:avLst/>
          </a:prstGeom>
        </p:spPr>
        <p:txBody>
          <a:bodyPr vert="horz" lIns="0" tIns="45720" rIns="0" bIns="45720" rtlCol="0" anchor="b" anchorCtr="0"/>
          <a:lstStyle>
            <a:lvl1pPr algn="l">
              <a:defRPr sz="700" b="1">
                <a:solidFill>
                  <a:schemeClr val="tx1"/>
                </a:solidFill>
              </a:defRPr>
            </a:lvl1pPr>
          </a:lstStyle>
          <a:p>
            <a:fld id="{CABCB1B0-B6E5-4DD1-BB55-95C076D6C0C8}" type="datetime3">
              <a:rPr lang="en-US" smtClean="0"/>
              <a:t>8 June 2026</a:t>
            </a:fld>
            <a:endParaRPr lang="en-US"/>
          </a:p>
        </p:txBody>
      </p:sp>
      <p:sp>
        <p:nvSpPr>
          <p:cNvPr id="14" name="Slide Number Placeholder 13">
            <a:extLst>
              <a:ext uri="{FF2B5EF4-FFF2-40B4-BE49-F238E27FC236}">
                <a16:creationId xmlns:a16="http://schemas.microsoft.com/office/drawing/2014/main" id="{FFA4C418-D296-ED76-977B-4AA2E1E8237F}"/>
              </a:ext>
            </a:extLst>
          </p:cNvPr>
          <p:cNvSpPr>
            <a:spLocks noGrp="1"/>
          </p:cNvSpPr>
          <p:nvPr>
            <p:ph type="sldNum" sz="quarter" idx="4"/>
          </p:nvPr>
        </p:nvSpPr>
        <p:spPr>
          <a:xfrm>
            <a:off x="11210717" y="6629400"/>
            <a:ext cx="442001" cy="228600"/>
          </a:xfrm>
          <a:prstGeom prst="rect">
            <a:avLst/>
          </a:prstGeom>
        </p:spPr>
        <p:txBody>
          <a:bodyPr vert="horz" lIns="0" tIns="45720" rIns="0" bIns="45720" rtlCol="0" anchor="b" anchorCtr="0"/>
          <a:lstStyle>
            <a:lvl1pPr algn="r">
              <a:defRPr sz="700" b="1">
                <a:solidFill>
                  <a:schemeClr val="tx1"/>
                </a:solidFill>
              </a:defRPr>
            </a:lvl1pPr>
          </a:lstStyle>
          <a:p>
            <a:fld id="{64E5BE4B-2FBF-4174-9E62-85FAD1CB43A6}" type="slidenum">
              <a:rPr lang="en-US" smtClean="0"/>
              <a:pPr/>
              <a:t>‹#›</a:t>
            </a:fld>
            <a:endParaRPr lang="en-US"/>
          </a:p>
        </p:txBody>
      </p:sp>
      <p:pic>
        <p:nvPicPr>
          <p:cNvPr id="10" name="Picture 9" descr="A picture containing icon&#10;&#10;AI-generated content may be incorrect.">
            <a:extLst>
              <a:ext uri="{FF2B5EF4-FFF2-40B4-BE49-F238E27FC236}">
                <a16:creationId xmlns:a16="http://schemas.microsoft.com/office/drawing/2014/main" id="{84A6E5DC-D173-77B5-CFA6-9D4A8EBB00CD}"/>
              </a:ext>
            </a:extLst>
          </p:cNvPr>
          <p:cNvPicPr>
            <a:picLocks noChangeAspect="1"/>
          </p:cNvPicPr>
          <p:nvPr userDrawn="1"/>
        </p:nvPicPr>
        <p:blipFill>
          <a:blip r:embed="rId39"/>
          <a:stretch>
            <a:fillRect/>
          </a:stretch>
        </p:blipFill>
        <p:spPr>
          <a:xfrm>
            <a:off x="9926021" y="424087"/>
            <a:ext cx="502495" cy="477704"/>
          </a:xfrm>
          <a:prstGeom prst="rect">
            <a:avLst/>
          </a:prstGeom>
        </p:spPr>
      </p:pic>
    </p:spTree>
    <p:extLst>
      <p:ext uri="{BB962C8B-B14F-4D97-AF65-F5344CB8AC3E}">
        <p14:creationId xmlns:p14="http://schemas.microsoft.com/office/powerpoint/2010/main" val="1403627709"/>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 id="2147483743" r:id="rId12"/>
    <p:sldLayoutId id="2147483744" r:id="rId13"/>
    <p:sldLayoutId id="2147483745" r:id="rId14"/>
    <p:sldLayoutId id="2147483746" r:id="rId15"/>
    <p:sldLayoutId id="2147483747" r:id="rId16"/>
    <p:sldLayoutId id="2147483748" r:id="rId17"/>
    <p:sldLayoutId id="2147483749" r:id="rId18"/>
    <p:sldLayoutId id="2147483750" r:id="rId19"/>
    <p:sldLayoutId id="2147483751" r:id="rId20"/>
    <p:sldLayoutId id="2147483752" r:id="rId21"/>
    <p:sldLayoutId id="2147483753" r:id="rId22"/>
    <p:sldLayoutId id="2147483754" r:id="rId23"/>
    <p:sldLayoutId id="2147483755" r:id="rId24"/>
    <p:sldLayoutId id="2147483756" r:id="rId25"/>
    <p:sldLayoutId id="2147483757" r:id="rId26"/>
    <p:sldLayoutId id="2147483758" r:id="rId27"/>
    <p:sldLayoutId id="2147483759" r:id="rId28"/>
    <p:sldLayoutId id="2147483760" r:id="rId29"/>
    <p:sldLayoutId id="2147483761" r:id="rId30"/>
    <p:sldLayoutId id="2147483762" r:id="rId31"/>
    <p:sldLayoutId id="2147483763" r:id="rId32"/>
    <p:sldLayoutId id="2147483764" r:id="rId33"/>
    <p:sldLayoutId id="2147483765" r:id="rId34"/>
    <p:sldLayoutId id="2147483766" r:id="rId35"/>
    <p:sldLayoutId id="2147483767" r:id="rId36"/>
  </p:sldLayoutIdLst>
  <p:hf hdr="0"/>
  <p:txStyles>
    <p:titleStyle>
      <a:lvl1pPr algn="l" defTabSz="914377" rtl="0" eaLnBrk="1" latinLnBrk="0" hangingPunct="1">
        <a:lnSpc>
          <a:spcPct val="90000"/>
        </a:lnSpc>
        <a:spcBef>
          <a:spcPct val="0"/>
        </a:spcBef>
        <a:buNone/>
        <a:defRPr sz="3200" kern="1200" cap="all" baseline="0">
          <a:solidFill>
            <a:schemeClr val="tx1"/>
          </a:solidFill>
          <a:latin typeface="+mj-lt"/>
          <a:ea typeface="+mj-ea"/>
          <a:cs typeface="+mj-cs"/>
        </a:defRPr>
      </a:lvl1pPr>
    </p:titleStyle>
    <p:bodyStyle>
      <a:lvl1pPr marL="182875" indent="-182875" algn="l" defTabSz="914377" rtl="0" eaLnBrk="1" latinLnBrk="0" hangingPunct="1">
        <a:lnSpc>
          <a:spcPct val="95000"/>
        </a:lnSpc>
        <a:spcBef>
          <a:spcPts val="1000"/>
        </a:spcBef>
        <a:buFont typeface="Arial" panose="020B0604020202020204" pitchFamily="34" charset="0"/>
        <a:buChar char="▪"/>
        <a:defRPr sz="1700" kern="1200">
          <a:solidFill>
            <a:schemeClr val="tx1"/>
          </a:solidFill>
          <a:latin typeface="+mn-lt"/>
          <a:ea typeface="+mn-ea"/>
          <a:cs typeface="+mn-cs"/>
        </a:defRPr>
      </a:lvl1pPr>
      <a:lvl2pPr marL="365751"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2pPr>
      <a:lvl3pPr marL="548626"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3pPr>
      <a:lvl4pPr marL="731502"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4pPr>
      <a:lvl5pPr marL="914377"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5pPr>
      <a:lvl6pPr marL="1097253"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6pPr>
      <a:lvl7pPr marL="1280128"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7pPr>
      <a:lvl8pPr marL="1463003"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8pPr>
      <a:lvl9pPr marL="1645879"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9pPr>
    </p:bodyStyle>
    <p:otherStyle>
      <a:defPPr>
        <a:defRPr lang="en-US"/>
      </a:defPPr>
      <a:lvl1pPr marL="0" algn="l" defTabSz="914377" rtl="0" eaLnBrk="1" latinLnBrk="0" hangingPunct="1">
        <a:defRPr sz="1700" kern="1200">
          <a:solidFill>
            <a:schemeClr val="tx1"/>
          </a:solidFill>
          <a:latin typeface="+mn-lt"/>
          <a:ea typeface="+mn-ea"/>
          <a:cs typeface="+mn-cs"/>
        </a:defRPr>
      </a:lvl1pPr>
      <a:lvl2pPr marL="457189" algn="l" defTabSz="914377" rtl="0" eaLnBrk="1" latinLnBrk="0" hangingPunct="1">
        <a:defRPr sz="1700" kern="1200">
          <a:solidFill>
            <a:schemeClr val="tx1"/>
          </a:solidFill>
          <a:latin typeface="+mn-lt"/>
          <a:ea typeface="+mn-ea"/>
          <a:cs typeface="+mn-cs"/>
        </a:defRPr>
      </a:lvl2pPr>
      <a:lvl3pPr marL="914377" algn="l" defTabSz="914377" rtl="0" eaLnBrk="1" latinLnBrk="0" hangingPunct="1">
        <a:defRPr sz="1700" kern="1200">
          <a:solidFill>
            <a:schemeClr val="tx1"/>
          </a:solidFill>
          <a:latin typeface="+mn-lt"/>
          <a:ea typeface="+mn-ea"/>
          <a:cs typeface="+mn-cs"/>
        </a:defRPr>
      </a:lvl3pPr>
      <a:lvl4pPr marL="1371566" algn="l" defTabSz="914377" rtl="0" eaLnBrk="1" latinLnBrk="0" hangingPunct="1">
        <a:defRPr sz="1700" kern="1200">
          <a:solidFill>
            <a:schemeClr val="tx1"/>
          </a:solidFill>
          <a:latin typeface="+mn-lt"/>
          <a:ea typeface="+mn-ea"/>
          <a:cs typeface="+mn-cs"/>
        </a:defRPr>
      </a:lvl4pPr>
      <a:lvl5pPr marL="1828754" algn="l" defTabSz="914377" rtl="0" eaLnBrk="1" latinLnBrk="0" hangingPunct="1">
        <a:defRPr sz="1700" kern="1200">
          <a:solidFill>
            <a:schemeClr val="tx1"/>
          </a:solidFill>
          <a:latin typeface="+mn-lt"/>
          <a:ea typeface="+mn-ea"/>
          <a:cs typeface="+mn-cs"/>
        </a:defRPr>
      </a:lvl5pPr>
      <a:lvl6pPr marL="2285943" algn="l" defTabSz="914377" rtl="0" eaLnBrk="1" latinLnBrk="0" hangingPunct="1">
        <a:defRPr sz="1700" kern="1200">
          <a:solidFill>
            <a:schemeClr val="tx1"/>
          </a:solidFill>
          <a:latin typeface="+mn-lt"/>
          <a:ea typeface="+mn-ea"/>
          <a:cs typeface="+mn-cs"/>
        </a:defRPr>
      </a:lvl6pPr>
      <a:lvl7pPr marL="2743131" algn="l" defTabSz="914377" rtl="0" eaLnBrk="1" latinLnBrk="0" hangingPunct="1">
        <a:defRPr sz="1700" kern="1200">
          <a:solidFill>
            <a:schemeClr val="tx1"/>
          </a:solidFill>
          <a:latin typeface="+mn-lt"/>
          <a:ea typeface="+mn-ea"/>
          <a:cs typeface="+mn-cs"/>
        </a:defRPr>
      </a:lvl7pPr>
      <a:lvl8pPr marL="3200320" algn="l" defTabSz="914377" rtl="0" eaLnBrk="1" latinLnBrk="0" hangingPunct="1">
        <a:defRPr sz="1700" kern="1200">
          <a:solidFill>
            <a:schemeClr val="tx1"/>
          </a:solidFill>
          <a:latin typeface="+mn-lt"/>
          <a:ea typeface="+mn-ea"/>
          <a:cs typeface="+mn-cs"/>
        </a:defRPr>
      </a:lvl8pPr>
      <a:lvl9pPr marL="3657509" algn="l" defTabSz="914377" rtl="0" eaLnBrk="1" latinLnBrk="0" hangingPunct="1">
        <a:defRPr sz="17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9">
          <p15:clr>
            <a:srgbClr val="F26B43"/>
          </p15:clr>
        </p15:guide>
        <p15:guide id="2" pos="345">
          <p15:clr>
            <a:srgbClr val="F26B43"/>
          </p15:clr>
        </p15:guide>
        <p15:guide id="3" pos="7335">
          <p15:clr>
            <a:srgbClr val="F26B43"/>
          </p15:clr>
        </p15:guide>
        <p15:guide id="4" orient="horz" pos="4061">
          <p15:clr>
            <a:srgbClr val="F26B43"/>
          </p15:clr>
        </p15:guide>
        <p15:guide id="6" pos="1018">
          <p15:clr>
            <a:srgbClr val="A4A3A4"/>
          </p15:clr>
        </p15:guide>
        <p15:guide id="7" pos="1248">
          <p15:clr>
            <a:srgbClr val="A4A3A4"/>
          </p15:clr>
        </p15:guide>
        <p15:guide id="8" pos="2148">
          <p15:clr>
            <a:srgbClr val="A4A3A4"/>
          </p15:clr>
        </p15:guide>
        <p15:guide id="9" pos="3052">
          <p15:clr>
            <a:srgbClr val="A4A3A4"/>
          </p15:clr>
        </p15:guide>
        <p15:guide id="10" pos="3954">
          <p15:clr>
            <a:srgbClr val="A4A3A4"/>
          </p15:clr>
        </p15:guide>
        <p15:guide id="11" pos="3724">
          <p15:clr>
            <a:srgbClr val="A4A3A4"/>
          </p15:clr>
        </p15:guide>
        <p15:guide id="12" pos="4858">
          <p15:clr>
            <a:srgbClr val="A4A3A4"/>
          </p15:clr>
        </p15:guide>
        <p15:guide id="13" pos="5784">
          <p15:clr>
            <a:srgbClr val="A4A3A4"/>
          </p15:clr>
        </p15:guide>
        <p15:guide id="14" pos="6660">
          <p15:clr>
            <a:srgbClr val="A4A3A4"/>
          </p15:clr>
        </p15:guide>
        <p15:guide id="15" pos="1920">
          <p15:clr>
            <a:srgbClr val="A4A3A4"/>
          </p15:clr>
        </p15:guide>
        <p15:guide id="16" pos="2822">
          <p15:clr>
            <a:srgbClr val="A4A3A4"/>
          </p15:clr>
        </p15:guide>
        <p15:guide id="17" pos="4626">
          <p15:clr>
            <a:srgbClr val="A4A3A4"/>
          </p15:clr>
        </p15:guide>
        <p15:guide id="18" pos="5530">
          <p15:clr>
            <a:srgbClr val="A4A3A4"/>
          </p15:clr>
        </p15:guide>
        <p15:guide id="19" pos="6434">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4.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36.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xml"/><Relationship Id="rId1" Type="http://schemas.openxmlformats.org/officeDocument/2006/relationships/slideLayout" Target="../slideLayouts/slideLayout3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18.jpe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36.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CEDCD1-8A82-A4DE-9B35-46F95FAC732A}"/>
              </a:ext>
            </a:extLst>
          </p:cNvPr>
          <p:cNvSpPr>
            <a:spLocks noGrp="1"/>
          </p:cNvSpPr>
          <p:nvPr>
            <p:ph type="dt" sz="half" idx="49"/>
          </p:nvPr>
        </p:nvSpPr>
        <p:spPr>
          <a:xfrm>
            <a:off x="547688" y="6629400"/>
            <a:ext cx="823912" cy="228600"/>
          </a:xfrm>
        </p:spPr>
        <p:txBody>
          <a:bodyPr/>
          <a:lstStyle/>
          <a:p>
            <a:fld id="{7A3E0868-4E26-4CDC-8A56-D70E2D8B12FE}" type="datetime3">
              <a:rPr lang="en-US" smtClean="0"/>
              <a:pPr/>
              <a:t>8 June 2026</a:t>
            </a:fld>
            <a:endParaRPr lang="en-US"/>
          </a:p>
        </p:txBody>
      </p:sp>
      <p:sp>
        <p:nvSpPr>
          <p:cNvPr id="3" name="Slide Number Placeholder 2">
            <a:extLst>
              <a:ext uri="{FF2B5EF4-FFF2-40B4-BE49-F238E27FC236}">
                <a16:creationId xmlns:a16="http://schemas.microsoft.com/office/drawing/2014/main" id="{EDFC473F-A75E-4DC2-8570-AE774BD728DD}"/>
              </a:ext>
            </a:extLst>
          </p:cNvPr>
          <p:cNvSpPr>
            <a:spLocks noGrp="1"/>
          </p:cNvSpPr>
          <p:nvPr>
            <p:ph type="sldNum" sz="quarter" idx="50"/>
          </p:nvPr>
        </p:nvSpPr>
        <p:spPr>
          <a:xfrm>
            <a:off x="11210717" y="6629400"/>
            <a:ext cx="442001" cy="228600"/>
          </a:xfrm>
        </p:spPr>
        <p:txBody>
          <a:bodyPr/>
          <a:lstStyle/>
          <a:p>
            <a:fld id="{64E5BE4B-2FBF-4174-9E62-85FAD1CB43A6}" type="slidenum">
              <a:rPr lang="en-US" smtClean="0"/>
              <a:pPr/>
              <a:t>1</a:t>
            </a:fld>
            <a:endParaRPr lang="en-US"/>
          </a:p>
        </p:txBody>
      </p:sp>
      <p:sp>
        <p:nvSpPr>
          <p:cNvPr id="49" name="Text Placeholder 48">
            <a:extLst>
              <a:ext uri="{FF2B5EF4-FFF2-40B4-BE49-F238E27FC236}">
                <a16:creationId xmlns:a16="http://schemas.microsoft.com/office/drawing/2014/main" id="{5D1B8023-5A9A-1DFF-B79A-6A490B2BF2BC}"/>
              </a:ext>
            </a:extLst>
          </p:cNvPr>
          <p:cNvSpPr>
            <a:spLocks noGrp="1"/>
          </p:cNvSpPr>
          <p:nvPr>
            <p:ph type="body" sz="quarter" idx="39"/>
          </p:nvPr>
        </p:nvSpPr>
        <p:spPr/>
        <p:txBody>
          <a:bodyPr/>
          <a:lstStyle/>
          <a:p>
            <a:endParaRPr lang="en-US"/>
          </a:p>
        </p:txBody>
      </p:sp>
      <p:sp>
        <p:nvSpPr>
          <p:cNvPr id="50" name="Text Placeholder 49">
            <a:extLst>
              <a:ext uri="{FF2B5EF4-FFF2-40B4-BE49-F238E27FC236}">
                <a16:creationId xmlns:a16="http://schemas.microsoft.com/office/drawing/2014/main" id="{599E0F38-9FC8-7EAF-419E-F5DA3FF2ECDB}"/>
              </a:ext>
            </a:extLst>
          </p:cNvPr>
          <p:cNvSpPr>
            <a:spLocks noGrp="1"/>
          </p:cNvSpPr>
          <p:nvPr>
            <p:ph type="body" sz="quarter" idx="40"/>
          </p:nvPr>
        </p:nvSpPr>
        <p:spPr/>
        <p:txBody>
          <a:bodyPr/>
          <a:lstStyle/>
          <a:p>
            <a:endParaRPr lang="en-US"/>
          </a:p>
        </p:txBody>
      </p:sp>
      <p:sp>
        <p:nvSpPr>
          <p:cNvPr id="51" name="Text Placeholder 50">
            <a:extLst>
              <a:ext uri="{FF2B5EF4-FFF2-40B4-BE49-F238E27FC236}">
                <a16:creationId xmlns:a16="http://schemas.microsoft.com/office/drawing/2014/main" id="{EC963D8B-3FB6-78F7-C259-363E48991FD5}"/>
              </a:ext>
            </a:extLst>
          </p:cNvPr>
          <p:cNvSpPr>
            <a:spLocks noGrp="1"/>
          </p:cNvSpPr>
          <p:nvPr>
            <p:ph type="body" sz="quarter" idx="41"/>
          </p:nvPr>
        </p:nvSpPr>
        <p:spPr/>
        <p:txBody>
          <a:bodyPr/>
          <a:lstStyle/>
          <a:p>
            <a:endParaRPr lang="en-US"/>
          </a:p>
        </p:txBody>
      </p:sp>
      <p:sp>
        <p:nvSpPr>
          <p:cNvPr id="52" name="Text Placeholder 51">
            <a:extLst>
              <a:ext uri="{FF2B5EF4-FFF2-40B4-BE49-F238E27FC236}">
                <a16:creationId xmlns:a16="http://schemas.microsoft.com/office/drawing/2014/main" id="{A67AFF2A-749D-8306-81DA-CC7E2A7EA3B9}"/>
              </a:ext>
            </a:extLst>
          </p:cNvPr>
          <p:cNvSpPr>
            <a:spLocks noGrp="1"/>
          </p:cNvSpPr>
          <p:nvPr>
            <p:ph type="body" sz="quarter" idx="42"/>
          </p:nvPr>
        </p:nvSpPr>
        <p:spPr/>
        <p:txBody>
          <a:bodyPr/>
          <a:lstStyle/>
          <a:p>
            <a:endParaRPr lang="en-US"/>
          </a:p>
        </p:txBody>
      </p:sp>
      <p:sp>
        <p:nvSpPr>
          <p:cNvPr id="53" name="Text Placeholder 52">
            <a:extLst>
              <a:ext uri="{FF2B5EF4-FFF2-40B4-BE49-F238E27FC236}">
                <a16:creationId xmlns:a16="http://schemas.microsoft.com/office/drawing/2014/main" id="{996F18AA-E938-C4B0-CCC7-2FA09C74385D}"/>
              </a:ext>
            </a:extLst>
          </p:cNvPr>
          <p:cNvSpPr>
            <a:spLocks noGrp="1"/>
          </p:cNvSpPr>
          <p:nvPr>
            <p:ph type="body" sz="quarter" idx="43"/>
          </p:nvPr>
        </p:nvSpPr>
        <p:spPr/>
        <p:txBody>
          <a:bodyPr/>
          <a:lstStyle/>
          <a:p>
            <a:endParaRPr lang="en-US"/>
          </a:p>
        </p:txBody>
      </p:sp>
      <p:sp>
        <p:nvSpPr>
          <p:cNvPr id="54" name="Text Placeholder 53">
            <a:extLst>
              <a:ext uri="{FF2B5EF4-FFF2-40B4-BE49-F238E27FC236}">
                <a16:creationId xmlns:a16="http://schemas.microsoft.com/office/drawing/2014/main" id="{451398D6-C00E-3387-722B-2AB7FCEFC2E9}"/>
              </a:ext>
            </a:extLst>
          </p:cNvPr>
          <p:cNvSpPr>
            <a:spLocks noGrp="1"/>
          </p:cNvSpPr>
          <p:nvPr>
            <p:ph type="body" sz="quarter" idx="44"/>
          </p:nvPr>
        </p:nvSpPr>
        <p:spPr/>
        <p:txBody>
          <a:bodyPr/>
          <a:lstStyle/>
          <a:p>
            <a:endParaRPr lang="en-US"/>
          </a:p>
        </p:txBody>
      </p:sp>
      <p:sp>
        <p:nvSpPr>
          <p:cNvPr id="55" name="Text Placeholder 54">
            <a:extLst>
              <a:ext uri="{FF2B5EF4-FFF2-40B4-BE49-F238E27FC236}">
                <a16:creationId xmlns:a16="http://schemas.microsoft.com/office/drawing/2014/main" id="{A3823403-E201-B6DC-E077-DFD7405A1CB5}"/>
              </a:ext>
            </a:extLst>
          </p:cNvPr>
          <p:cNvSpPr>
            <a:spLocks noGrp="1"/>
          </p:cNvSpPr>
          <p:nvPr>
            <p:ph type="body" sz="quarter" idx="45"/>
          </p:nvPr>
        </p:nvSpPr>
        <p:spPr/>
        <p:txBody>
          <a:bodyPr/>
          <a:lstStyle/>
          <a:p>
            <a:endParaRPr lang="en-US"/>
          </a:p>
        </p:txBody>
      </p:sp>
      <p:sp>
        <p:nvSpPr>
          <p:cNvPr id="56" name="Text Placeholder 55">
            <a:extLst>
              <a:ext uri="{FF2B5EF4-FFF2-40B4-BE49-F238E27FC236}">
                <a16:creationId xmlns:a16="http://schemas.microsoft.com/office/drawing/2014/main" id="{BC826DF5-39D4-4AE5-75B5-FF7DF1E46CDB}"/>
              </a:ext>
            </a:extLst>
          </p:cNvPr>
          <p:cNvSpPr>
            <a:spLocks noGrp="1"/>
          </p:cNvSpPr>
          <p:nvPr>
            <p:ph type="body" sz="quarter" idx="46"/>
          </p:nvPr>
        </p:nvSpPr>
        <p:spPr/>
        <p:txBody>
          <a:bodyPr/>
          <a:lstStyle/>
          <a:p>
            <a:endParaRPr lang="en-US"/>
          </a:p>
        </p:txBody>
      </p:sp>
      <p:sp>
        <p:nvSpPr>
          <p:cNvPr id="57" name="Text Placeholder 56">
            <a:extLst>
              <a:ext uri="{FF2B5EF4-FFF2-40B4-BE49-F238E27FC236}">
                <a16:creationId xmlns:a16="http://schemas.microsoft.com/office/drawing/2014/main" id="{0475BBD9-4C57-67E3-F79B-E53CF6777559}"/>
              </a:ext>
            </a:extLst>
          </p:cNvPr>
          <p:cNvSpPr>
            <a:spLocks noGrp="1"/>
          </p:cNvSpPr>
          <p:nvPr>
            <p:ph type="body" sz="quarter" idx="47"/>
          </p:nvPr>
        </p:nvSpPr>
        <p:spPr/>
        <p:txBody>
          <a:bodyPr/>
          <a:lstStyle/>
          <a:p>
            <a:endParaRPr lang="en-US"/>
          </a:p>
        </p:txBody>
      </p:sp>
      <p:sp>
        <p:nvSpPr>
          <p:cNvPr id="58" name="Text Placeholder 57">
            <a:extLst>
              <a:ext uri="{FF2B5EF4-FFF2-40B4-BE49-F238E27FC236}">
                <a16:creationId xmlns:a16="http://schemas.microsoft.com/office/drawing/2014/main" id="{3814780B-1F01-4229-B731-236360AEDBFA}"/>
              </a:ext>
            </a:extLst>
          </p:cNvPr>
          <p:cNvSpPr>
            <a:spLocks noGrp="1"/>
          </p:cNvSpPr>
          <p:nvPr>
            <p:ph type="body" sz="quarter" idx="48"/>
          </p:nvPr>
        </p:nvSpPr>
        <p:spPr/>
        <p:txBody>
          <a:bodyPr/>
          <a:lstStyle/>
          <a:p>
            <a:endParaRPr lang="en-US"/>
          </a:p>
        </p:txBody>
      </p:sp>
      <p:sp>
        <p:nvSpPr>
          <p:cNvPr id="14" name="Title 13">
            <a:extLst>
              <a:ext uri="{FF2B5EF4-FFF2-40B4-BE49-F238E27FC236}">
                <a16:creationId xmlns:a16="http://schemas.microsoft.com/office/drawing/2014/main" id="{EDAC0F52-3870-8062-386A-70842807E7D1}"/>
              </a:ext>
            </a:extLst>
          </p:cNvPr>
          <p:cNvSpPr>
            <a:spLocks noGrp="1"/>
          </p:cNvSpPr>
          <p:nvPr>
            <p:ph type="ctrTitle"/>
          </p:nvPr>
        </p:nvSpPr>
        <p:spPr>
          <a:xfrm>
            <a:off x="914401" y="2202820"/>
            <a:ext cx="6429375" cy="1325880"/>
          </a:xfrm>
        </p:spPr>
        <p:txBody>
          <a:bodyPr/>
          <a:lstStyle/>
          <a:p>
            <a:r>
              <a:rPr lang="en-US" dirty="0"/>
              <a:t>CLOUD COMPUTING:</a:t>
            </a:r>
            <a:br>
              <a:rPr lang="en-US" dirty="0"/>
            </a:br>
            <a:r>
              <a:rPr lang="en-US" dirty="0"/>
              <a:t>*-AS-A-SERVICE</a:t>
            </a:r>
          </a:p>
        </p:txBody>
      </p:sp>
      <p:sp>
        <p:nvSpPr>
          <p:cNvPr id="47" name="Subtitle 46">
            <a:extLst>
              <a:ext uri="{FF2B5EF4-FFF2-40B4-BE49-F238E27FC236}">
                <a16:creationId xmlns:a16="http://schemas.microsoft.com/office/drawing/2014/main" id="{37493847-7CC2-7518-0C39-29535334498B}"/>
              </a:ext>
            </a:extLst>
          </p:cNvPr>
          <p:cNvSpPr>
            <a:spLocks noGrp="1"/>
          </p:cNvSpPr>
          <p:nvPr>
            <p:ph type="subTitle" idx="1"/>
          </p:nvPr>
        </p:nvSpPr>
        <p:spPr/>
        <p:txBody>
          <a:bodyPr/>
          <a:lstStyle/>
          <a:p>
            <a:endParaRPr lang="en-US"/>
          </a:p>
        </p:txBody>
      </p:sp>
      <p:sp>
        <p:nvSpPr>
          <p:cNvPr id="48" name="Text Placeholder 47">
            <a:extLst>
              <a:ext uri="{FF2B5EF4-FFF2-40B4-BE49-F238E27FC236}">
                <a16:creationId xmlns:a16="http://schemas.microsoft.com/office/drawing/2014/main" id="{BAD5713C-B459-86E6-6251-F8BB50D5B1D0}"/>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7377380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BC5F3FA6-2709-981C-597F-6614A642AFFF}"/>
              </a:ext>
            </a:extLst>
          </p:cNvPr>
          <p:cNvSpPr>
            <a:spLocks noGrp="1"/>
          </p:cNvSpPr>
          <p:nvPr>
            <p:ph type="title"/>
          </p:nvPr>
        </p:nvSpPr>
        <p:spPr/>
        <p:txBody>
          <a:bodyPr/>
          <a:lstStyle/>
          <a:p>
            <a:r>
              <a:rPr lang="en-US" dirty="0"/>
              <a:t>Lesson Objectives</a:t>
            </a:r>
          </a:p>
        </p:txBody>
      </p:sp>
      <p:sp>
        <p:nvSpPr>
          <p:cNvPr id="12" name="Content Placeholder 11">
            <a:extLst>
              <a:ext uri="{FF2B5EF4-FFF2-40B4-BE49-F238E27FC236}">
                <a16:creationId xmlns:a16="http://schemas.microsoft.com/office/drawing/2014/main" id="{40E2BF1D-0EAC-27BA-A810-2F514A1D5602}"/>
              </a:ext>
            </a:extLst>
          </p:cNvPr>
          <p:cNvSpPr>
            <a:spLocks noGrp="1"/>
          </p:cNvSpPr>
          <p:nvPr>
            <p:ph idx="1"/>
          </p:nvPr>
        </p:nvSpPr>
        <p:spPr/>
        <p:txBody>
          <a:bodyPr>
            <a:normAutofit/>
          </a:bodyPr>
          <a:lstStyle/>
          <a:p>
            <a:r>
              <a:rPr lang="en-US" dirty="0"/>
              <a:t> Discuss the service models of IaaS, PaaS, and SaaS</a:t>
            </a:r>
          </a:p>
          <a:p>
            <a:r>
              <a:rPr lang="en-US" dirty="0"/>
              <a:t> Select an appropriate service model for a given use case.</a:t>
            </a:r>
          </a:p>
        </p:txBody>
      </p:sp>
      <p:sp>
        <p:nvSpPr>
          <p:cNvPr id="10" name="Slide Number Placeholder 9">
            <a:extLst>
              <a:ext uri="{FF2B5EF4-FFF2-40B4-BE49-F238E27FC236}">
                <a16:creationId xmlns:a16="http://schemas.microsoft.com/office/drawing/2014/main" id="{8B3AFDCF-3DA3-08D2-6C2E-598625CD6722}"/>
              </a:ext>
            </a:extLst>
          </p:cNvPr>
          <p:cNvSpPr>
            <a:spLocks noGrp="1"/>
          </p:cNvSpPr>
          <p:nvPr>
            <p:ph type="sldNum" sz="quarter" idx="11"/>
          </p:nvPr>
        </p:nvSpPr>
        <p:spPr/>
        <p:txBody>
          <a:bodyPr/>
          <a:lstStyle/>
          <a:p>
            <a:fld id="{18039B46-FA54-4B70-AC0D-4BB93E2046DD}" type="slidenum">
              <a:rPr lang="en-US" smtClean="0"/>
              <a:pPr/>
              <a:t>2</a:t>
            </a:fld>
            <a:endParaRPr lang="en-US"/>
          </a:p>
        </p:txBody>
      </p:sp>
      <p:pic>
        <p:nvPicPr>
          <p:cNvPr id="4" name="Picture 2">
            <a:extLst>
              <a:ext uri="{FF2B5EF4-FFF2-40B4-BE49-F238E27FC236}">
                <a16:creationId xmlns:a16="http://schemas.microsoft.com/office/drawing/2014/main" id="{0D9CC9FC-B6C8-0614-2452-C3B99973D8EB}"/>
              </a:ext>
            </a:extLst>
          </p:cNvPr>
          <p:cNvPicPr>
            <a:picLocks noGrp="1" noChangeAspect="1" noChangeArrowheads="1"/>
          </p:cNvPicPr>
          <p:nvPr>
            <p:ph sz="half" idx="4294967295"/>
          </p:nvPr>
        </p:nvPicPr>
        <p:blipFill rotWithShape="1">
          <a:blip r:embed="rId2">
            <a:extLst>
              <a:ext uri="{28A0092B-C50C-407E-A947-70E740481C1C}">
                <a14:useLocalDpi xmlns:a14="http://schemas.microsoft.com/office/drawing/2010/main" val="0"/>
              </a:ext>
            </a:extLst>
          </a:blip>
          <a:srcRect t="12290"/>
          <a:stretch/>
        </p:blipFill>
        <p:spPr bwMode="auto">
          <a:xfrm>
            <a:off x="2804946" y="2246368"/>
            <a:ext cx="6916570" cy="4763447"/>
          </a:xfr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55715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A6B5082-7221-B297-3BF4-D6597F04A4B8}"/>
              </a:ext>
            </a:extLst>
          </p:cNvPr>
          <p:cNvSpPr>
            <a:spLocks noGrp="1"/>
          </p:cNvSpPr>
          <p:nvPr>
            <p:ph type="title"/>
          </p:nvPr>
        </p:nvSpPr>
        <p:spPr>
          <a:xfrm>
            <a:off x="1141411" y="1419226"/>
            <a:ext cx="9906000" cy="2852737"/>
          </a:xfrm>
        </p:spPr>
        <p:txBody>
          <a:bodyPr vert="horz" lIns="91440" tIns="45720" rIns="91440" bIns="45720" rtlCol="0" anchor="b">
            <a:normAutofit/>
          </a:bodyPr>
          <a:lstStyle/>
          <a:p>
            <a:r>
              <a:rPr lang="en-US"/>
              <a:t>Infrastructure as a Service</a:t>
            </a:r>
          </a:p>
        </p:txBody>
      </p:sp>
      <p:sp>
        <p:nvSpPr>
          <p:cNvPr id="7" name="Text Placeholder 6">
            <a:extLst>
              <a:ext uri="{FF2B5EF4-FFF2-40B4-BE49-F238E27FC236}">
                <a16:creationId xmlns:a16="http://schemas.microsoft.com/office/drawing/2014/main" id="{DED274FE-C986-8DBA-A201-F6BB6FE90EB2}"/>
              </a:ext>
            </a:extLst>
          </p:cNvPr>
          <p:cNvSpPr>
            <a:spLocks noGrp="1"/>
          </p:cNvSpPr>
          <p:nvPr>
            <p:ph type="body" idx="1"/>
          </p:nvPr>
        </p:nvSpPr>
        <p:spPr>
          <a:xfrm>
            <a:off x="1141411" y="4424362"/>
            <a:ext cx="9906000" cy="1374776"/>
          </a:xfrm>
        </p:spPr>
        <p:txBody>
          <a:bodyPr vert="horz" lIns="91440" tIns="45720" rIns="91440" bIns="45720" rtlCol="0">
            <a:normAutofit/>
          </a:bodyPr>
          <a:lstStyle/>
          <a:p>
            <a:r>
              <a:rPr lang="en-US" dirty="0"/>
              <a:t>https://</a:t>
            </a:r>
            <a:r>
              <a:rPr lang="en-US" dirty="0" err="1"/>
              <a:t>www.serverwatch.com</a:t>
            </a:r>
            <a:r>
              <a:rPr lang="en-US" dirty="0"/>
              <a:t>/reviews/</a:t>
            </a:r>
            <a:r>
              <a:rPr lang="en-US" dirty="0" err="1"/>
              <a:t>iaas</a:t>
            </a:r>
            <a:r>
              <a:rPr lang="en-US" dirty="0"/>
              <a:t>-providers/</a:t>
            </a:r>
          </a:p>
        </p:txBody>
      </p:sp>
      <p:sp>
        <p:nvSpPr>
          <p:cNvPr id="4" name="Footer Placeholder 3">
            <a:extLst>
              <a:ext uri="{FF2B5EF4-FFF2-40B4-BE49-F238E27FC236}">
                <a16:creationId xmlns:a16="http://schemas.microsoft.com/office/drawing/2014/main" id="{E070B32F-A9BB-6E18-C5B8-F14E257B508B}"/>
              </a:ext>
            </a:extLst>
          </p:cNvPr>
          <p:cNvSpPr>
            <a:spLocks noGrp="1"/>
          </p:cNvSpPr>
          <p:nvPr>
            <p:ph type="ftr" sz="quarter" idx="11"/>
          </p:nvPr>
        </p:nvSpPr>
        <p:spPr/>
        <p:txBody>
          <a:bodyPr vert="horz" lIns="91440" tIns="45720" rIns="91440" bIns="45720" rtlCol="0" anchor="ctr">
            <a:normAutofit fontScale="25000" lnSpcReduction="20000"/>
          </a:bodyPr>
          <a:lstStyle/>
          <a:p>
            <a:endParaRPr lang="en-US"/>
          </a:p>
        </p:txBody>
      </p:sp>
      <p:sp>
        <p:nvSpPr>
          <p:cNvPr id="5" name="Slide Number Placeholder 4">
            <a:extLst>
              <a:ext uri="{FF2B5EF4-FFF2-40B4-BE49-F238E27FC236}">
                <a16:creationId xmlns:a16="http://schemas.microsoft.com/office/drawing/2014/main" id="{5ECB5BD2-11CE-0F2E-81F4-2E61BED0C503}"/>
              </a:ext>
            </a:extLst>
          </p:cNvPr>
          <p:cNvSpPr>
            <a:spLocks noGrp="1"/>
          </p:cNvSpPr>
          <p:nvPr>
            <p:ph type="sldNum" sz="quarter" idx="12"/>
          </p:nvPr>
        </p:nvSpPr>
        <p:spPr>
          <a:xfrm>
            <a:off x="11210717" y="6629400"/>
            <a:ext cx="442001" cy="228600"/>
          </a:xfrm>
        </p:spPr>
        <p:txBody>
          <a:bodyPr vert="horz" lIns="91440" tIns="45720" rIns="91440" bIns="45720" rtlCol="0" anchor="ctr">
            <a:normAutofit/>
          </a:bodyPr>
          <a:lstStyle/>
          <a:p>
            <a:fld id="{18039B46-FA54-4B70-AC0D-4BB93E2046DD}" type="slidenum">
              <a:rPr lang="en-US" dirty="0"/>
              <a:pPr/>
              <a:t>3</a:t>
            </a:fld>
            <a:endParaRPr lang="en-US" dirty="0"/>
          </a:p>
        </p:txBody>
      </p:sp>
    </p:spTree>
    <p:extLst>
      <p:ext uri="{BB962C8B-B14F-4D97-AF65-F5344CB8AC3E}">
        <p14:creationId xmlns:p14="http://schemas.microsoft.com/office/powerpoint/2010/main" val="28038132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E8C3F-75FD-4469-A138-C8E1813638DC}"/>
              </a:ext>
            </a:extLst>
          </p:cNvPr>
          <p:cNvSpPr>
            <a:spLocks noGrp="1"/>
          </p:cNvSpPr>
          <p:nvPr>
            <p:ph type="title"/>
          </p:nvPr>
        </p:nvSpPr>
        <p:spPr>
          <a:xfrm>
            <a:off x="548640" y="411481"/>
            <a:ext cx="8231293" cy="914400"/>
          </a:xfrm>
        </p:spPr>
        <p:txBody>
          <a:bodyPr>
            <a:normAutofit/>
          </a:bodyPr>
          <a:lstStyle/>
          <a:p>
            <a:r>
              <a:rPr lang="en-US" dirty="0"/>
              <a:t>Infrastructure as a Service</a:t>
            </a:r>
          </a:p>
        </p:txBody>
      </p:sp>
      <p:sp>
        <p:nvSpPr>
          <p:cNvPr id="3" name="Content Placeholder 2">
            <a:extLst>
              <a:ext uri="{FF2B5EF4-FFF2-40B4-BE49-F238E27FC236}">
                <a16:creationId xmlns:a16="http://schemas.microsoft.com/office/drawing/2014/main" id="{C190A492-C2E7-48E3-B0F4-2FE1EC2E675D}"/>
              </a:ext>
            </a:extLst>
          </p:cNvPr>
          <p:cNvSpPr>
            <a:spLocks noGrp="1"/>
          </p:cNvSpPr>
          <p:nvPr>
            <p:ph idx="1"/>
          </p:nvPr>
        </p:nvSpPr>
        <p:spPr>
          <a:xfrm>
            <a:off x="548640" y="1600199"/>
            <a:ext cx="11024925" cy="4572000"/>
          </a:xfrm>
        </p:spPr>
        <p:txBody>
          <a:bodyPr anchor="ctr">
            <a:normAutofit/>
          </a:bodyPr>
          <a:lstStyle/>
          <a:p>
            <a:r>
              <a:rPr lang="en-US" dirty="0"/>
              <a:t>First cloud service model available</a:t>
            </a:r>
          </a:p>
          <a:p>
            <a:r>
              <a:rPr lang="en-US" dirty="0"/>
              <a:t>Incremental on demand deployment and billing</a:t>
            </a:r>
          </a:p>
          <a:p>
            <a:r>
              <a:rPr lang="en-US" dirty="0"/>
              <a:t>Deployed with self-service on-demand portals</a:t>
            </a:r>
          </a:p>
          <a:p>
            <a:r>
              <a:rPr lang="en-US" dirty="0"/>
              <a:t>Detailed measurements and reporting help for scaling up or down</a:t>
            </a:r>
          </a:p>
          <a:p>
            <a:r>
              <a:rPr lang="en-US" dirty="0"/>
              <a:t>No upfront costs</a:t>
            </a:r>
          </a:p>
          <a:p>
            <a:r>
              <a:rPr lang="en-US" dirty="0"/>
              <a:t>Pay for what you need</a:t>
            </a:r>
          </a:p>
          <a:p>
            <a:r>
              <a:rPr lang="en-US" dirty="0"/>
              <a:t>Build your services from the OS on up</a:t>
            </a:r>
          </a:p>
        </p:txBody>
      </p:sp>
      <p:pic>
        <p:nvPicPr>
          <p:cNvPr id="6" name="Picture 12" descr="Lab: Part 27 - Getting started with Microsoft Azure - Nicolas Ignoto, CTP">
            <a:extLst>
              <a:ext uri="{FF2B5EF4-FFF2-40B4-BE49-F238E27FC236}">
                <a16:creationId xmlns:a16="http://schemas.microsoft.com/office/drawing/2014/main" id="{430DE80C-98CC-413C-B5BE-A6AAAE01674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3437" b="33500"/>
          <a:stretch/>
        </p:blipFill>
        <p:spPr bwMode="auto">
          <a:xfrm>
            <a:off x="5785462" y="1253863"/>
            <a:ext cx="5329391" cy="99115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Logo&#10;&#10;Description automatically generated">
            <a:extLst>
              <a:ext uri="{FF2B5EF4-FFF2-40B4-BE49-F238E27FC236}">
                <a16:creationId xmlns:a16="http://schemas.microsoft.com/office/drawing/2014/main" id="{E8FBB6DD-2CD5-4C55-87D8-9386ECAAC9E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18828" y="4543791"/>
            <a:ext cx="3073172" cy="1866951"/>
          </a:xfrm>
          <a:prstGeom prst="rect">
            <a:avLst/>
          </a:prstGeom>
        </p:spPr>
      </p:pic>
      <p:pic>
        <p:nvPicPr>
          <p:cNvPr id="5" name="Picture 10" descr="Google Cloud Certification Path. The Google Cloud Platform is a group of… |  by Raahil Aggarwal | Medium">
            <a:extLst>
              <a:ext uri="{FF2B5EF4-FFF2-40B4-BE49-F238E27FC236}">
                <a16:creationId xmlns:a16="http://schemas.microsoft.com/office/drawing/2014/main" id="{AD5F2244-AF2D-4587-AAB0-0EA2CFB91221}"/>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7708196" y="2424519"/>
            <a:ext cx="2947218" cy="18199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45780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F373A-806B-42A9-9894-99127D8715B9}"/>
              </a:ext>
            </a:extLst>
          </p:cNvPr>
          <p:cNvSpPr>
            <a:spLocks noGrp="1"/>
          </p:cNvSpPr>
          <p:nvPr>
            <p:ph type="title"/>
          </p:nvPr>
        </p:nvSpPr>
        <p:spPr>
          <a:xfrm>
            <a:off x="548640" y="411481"/>
            <a:ext cx="8231293" cy="914400"/>
          </a:xfrm>
        </p:spPr>
        <p:txBody>
          <a:bodyPr/>
          <a:lstStyle/>
          <a:p>
            <a:r>
              <a:rPr lang="en-US"/>
              <a:t>IaaS:  Where to begin?</a:t>
            </a:r>
          </a:p>
        </p:txBody>
      </p:sp>
      <p:sp>
        <p:nvSpPr>
          <p:cNvPr id="3" name="Content Placeholder 2">
            <a:extLst>
              <a:ext uri="{FF2B5EF4-FFF2-40B4-BE49-F238E27FC236}">
                <a16:creationId xmlns:a16="http://schemas.microsoft.com/office/drawing/2014/main" id="{C627E421-477F-40F4-B3BF-E53195633513}"/>
              </a:ext>
            </a:extLst>
          </p:cNvPr>
          <p:cNvSpPr>
            <a:spLocks noGrp="1"/>
          </p:cNvSpPr>
          <p:nvPr>
            <p:ph idx="1"/>
          </p:nvPr>
        </p:nvSpPr>
        <p:spPr>
          <a:xfrm>
            <a:off x="548640" y="1600199"/>
            <a:ext cx="11024925" cy="4572000"/>
          </a:xfrm>
        </p:spPr>
        <p:txBody>
          <a:bodyPr>
            <a:normAutofit/>
          </a:bodyPr>
          <a:lstStyle/>
          <a:p>
            <a:pPr marL="342900" indent="-342900">
              <a:buFont typeface="+mj-lt"/>
              <a:buAutoNum type="arabicPeriod"/>
            </a:pPr>
            <a:r>
              <a:rPr lang="en-US" dirty="0"/>
              <a:t>Define the problem you are solving</a:t>
            </a:r>
          </a:p>
          <a:p>
            <a:pPr marL="342900" indent="-342900">
              <a:buFont typeface="+mj-lt"/>
              <a:buAutoNum type="arabicPeriod"/>
            </a:pPr>
            <a:r>
              <a:rPr lang="en-US" dirty="0"/>
              <a:t>Choose your OS</a:t>
            </a:r>
          </a:p>
          <a:p>
            <a:pPr marL="342900" indent="-342900">
              <a:buFont typeface="+mj-lt"/>
              <a:buAutoNum type="arabicPeriod"/>
            </a:pPr>
            <a:r>
              <a:rPr lang="en-US" dirty="0"/>
              <a:t>Choose your Services</a:t>
            </a:r>
          </a:p>
          <a:p>
            <a:pPr marL="342900" indent="-342900">
              <a:buFont typeface="+mj-lt"/>
              <a:buAutoNum type="arabicPeriod"/>
            </a:pPr>
            <a:r>
              <a:rPr lang="en-US" dirty="0"/>
              <a:t>Determine how much resources you need </a:t>
            </a:r>
          </a:p>
          <a:p>
            <a:pPr marL="342900" indent="-342900">
              <a:buFont typeface="+mj-lt"/>
              <a:buAutoNum type="arabicPeriod"/>
            </a:pPr>
            <a:r>
              <a:rPr lang="en-US" dirty="0"/>
              <a:t>Find an IaaS Provider</a:t>
            </a:r>
          </a:p>
          <a:p>
            <a:pPr marL="342900" indent="-342900">
              <a:buFont typeface="+mj-lt"/>
              <a:buAutoNum type="arabicPeriod"/>
            </a:pPr>
            <a:r>
              <a:rPr lang="en-US" dirty="0"/>
              <a:t>Provision Service</a:t>
            </a:r>
          </a:p>
          <a:p>
            <a:pPr marL="342900" indent="-342900">
              <a:buFont typeface="+mj-lt"/>
              <a:buAutoNum type="arabicPeriod"/>
            </a:pPr>
            <a:r>
              <a:rPr lang="en-US" dirty="0"/>
              <a:t>Setup virtual machine instances</a:t>
            </a:r>
          </a:p>
          <a:p>
            <a:pPr marL="342900" indent="-342900">
              <a:buFont typeface="+mj-lt"/>
              <a:buAutoNum type="arabicPeriod"/>
            </a:pPr>
            <a:r>
              <a:rPr lang="en-US" dirty="0"/>
              <a:t>Run your Service!</a:t>
            </a:r>
          </a:p>
        </p:txBody>
      </p:sp>
    </p:spTree>
    <p:extLst>
      <p:ext uri="{BB962C8B-B14F-4D97-AF65-F5344CB8AC3E}">
        <p14:creationId xmlns:p14="http://schemas.microsoft.com/office/powerpoint/2010/main" val="42912547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DE501-F953-4E2C-9113-8A257BF99822}"/>
              </a:ext>
            </a:extLst>
          </p:cNvPr>
          <p:cNvSpPr>
            <a:spLocks noGrp="1"/>
          </p:cNvSpPr>
          <p:nvPr>
            <p:ph type="title"/>
          </p:nvPr>
        </p:nvSpPr>
        <p:spPr>
          <a:xfrm>
            <a:off x="1146705" y="609601"/>
            <a:ext cx="3856037" cy="1639884"/>
          </a:xfrm>
        </p:spPr>
        <p:txBody>
          <a:bodyPr>
            <a:noAutofit/>
          </a:bodyPr>
          <a:lstStyle/>
          <a:p>
            <a:r>
              <a:rPr lang="en-US"/>
              <a:t>In Class Scenario #1</a:t>
            </a:r>
          </a:p>
        </p:txBody>
      </p:sp>
      <p:sp>
        <p:nvSpPr>
          <p:cNvPr id="7" name="Content Placeholder 6">
            <a:extLst>
              <a:ext uri="{FF2B5EF4-FFF2-40B4-BE49-F238E27FC236}">
                <a16:creationId xmlns:a16="http://schemas.microsoft.com/office/drawing/2014/main" id="{4C7E110B-007F-4283-903A-D6DB4A9D0833}"/>
              </a:ext>
            </a:extLst>
          </p:cNvPr>
          <p:cNvSpPr>
            <a:spLocks noGrp="1"/>
          </p:cNvSpPr>
          <p:nvPr>
            <p:ph idx="1"/>
          </p:nvPr>
        </p:nvSpPr>
        <p:spPr>
          <a:xfrm>
            <a:off x="5156200" y="592666"/>
            <a:ext cx="5891209" cy="5198534"/>
          </a:xfrm>
        </p:spPr>
        <p:txBody>
          <a:bodyPr anchor="t"/>
          <a:lstStyle/>
          <a:p>
            <a:pPr marL="0" indent="0">
              <a:buNone/>
            </a:pPr>
            <a:endParaRPr lang="en-US" dirty="0"/>
          </a:p>
          <a:p>
            <a:pPr marL="0" indent="0">
              <a:buNone/>
            </a:pPr>
            <a:endParaRPr lang="en-US" dirty="0"/>
          </a:p>
          <a:p>
            <a:pPr marL="0" indent="0">
              <a:buNone/>
            </a:pPr>
            <a:endParaRPr lang="en-US" dirty="0"/>
          </a:p>
          <a:p>
            <a:r>
              <a:rPr lang="en-US" dirty="0"/>
              <a:t>Is IaaS your only option?</a:t>
            </a:r>
          </a:p>
          <a:p>
            <a:r>
              <a:rPr lang="en-US" dirty="0"/>
              <a:t>If you are going with IaaS, how many servers do you need?</a:t>
            </a:r>
          </a:p>
          <a:p>
            <a:r>
              <a:rPr lang="en-US" dirty="0"/>
              <a:t>What OS are you planning to use?</a:t>
            </a:r>
          </a:p>
        </p:txBody>
      </p:sp>
      <p:sp>
        <p:nvSpPr>
          <p:cNvPr id="8" name="Text Placeholder 7">
            <a:extLst>
              <a:ext uri="{FF2B5EF4-FFF2-40B4-BE49-F238E27FC236}">
                <a16:creationId xmlns:a16="http://schemas.microsoft.com/office/drawing/2014/main" id="{A70E8736-E465-4BD0-96E2-C3F3E71DB193}"/>
              </a:ext>
            </a:extLst>
          </p:cNvPr>
          <p:cNvSpPr>
            <a:spLocks noGrp="1"/>
          </p:cNvSpPr>
          <p:nvPr>
            <p:ph type="body" sz="half" idx="2"/>
          </p:nvPr>
        </p:nvSpPr>
        <p:spPr>
          <a:xfrm>
            <a:off x="1146705" y="2249486"/>
            <a:ext cx="3856037" cy="3541714"/>
          </a:xfrm>
        </p:spPr>
        <p:txBody>
          <a:bodyPr>
            <a:normAutofit/>
          </a:bodyPr>
          <a:lstStyle/>
          <a:p>
            <a:r>
              <a:rPr lang="en-US" dirty="0"/>
              <a:t>You are planning to create a LAMP stack (Linux, Apache, </a:t>
            </a:r>
            <a:r>
              <a:rPr lang="en-US" dirty="0" err="1"/>
              <a:t>Mysql</a:t>
            </a:r>
            <a:r>
              <a:rPr lang="en-US" dirty="0"/>
              <a:t> and PHP) to run a </a:t>
            </a:r>
            <a:r>
              <a:rPr lang="en-US" dirty="0" err="1"/>
              <a:t>Wordpress</a:t>
            </a:r>
            <a:r>
              <a:rPr lang="en-US" dirty="0"/>
              <a:t> site.  There are a multitude of options in making this work.  You expect approximately 1k users when you get it up and running.</a:t>
            </a:r>
          </a:p>
        </p:txBody>
      </p:sp>
      <p:pic>
        <p:nvPicPr>
          <p:cNvPr id="2050" name="Picture 2" descr="Configuring LAMP (Linux, Apache, MySQL, PHP) web server on an Amazon EC2  Linux instance | by Sumit | Tensult Blogs | Medium">
            <a:extLst>
              <a:ext uri="{FF2B5EF4-FFF2-40B4-BE49-F238E27FC236}">
                <a16:creationId xmlns:a16="http://schemas.microsoft.com/office/drawing/2014/main" id="{9F9322FD-7DBA-4891-9586-1131ADFAD7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70032" y="4174882"/>
            <a:ext cx="4686846" cy="23661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55162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DE501-F953-4E2C-9113-8A257BF99822}"/>
              </a:ext>
            </a:extLst>
          </p:cNvPr>
          <p:cNvSpPr>
            <a:spLocks noGrp="1"/>
          </p:cNvSpPr>
          <p:nvPr>
            <p:ph type="title"/>
          </p:nvPr>
        </p:nvSpPr>
        <p:spPr>
          <a:xfrm>
            <a:off x="1146705" y="609601"/>
            <a:ext cx="3856037" cy="1639884"/>
          </a:xfrm>
        </p:spPr>
        <p:txBody>
          <a:bodyPr>
            <a:noAutofit/>
          </a:bodyPr>
          <a:lstStyle/>
          <a:p>
            <a:r>
              <a:rPr lang="en-US"/>
              <a:t>In Class Scenario #2</a:t>
            </a:r>
          </a:p>
        </p:txBody>
      </p:sp>
      <p:sp>
        <p:nvSpPr>
          <p:cNvPr id="7" name="Content Placeholder 6">
            <a:extLst>
              <a:ext uri="{FF2B5EF4-FFF2-40B4-BE49-F238E27FC236}">
                <a16:creationId xmlns:a16="http://schemas.microsoft.com/office/drawing/2014/main" id="{4C7E110B-007F-4283-903A-D6DB4A9D0833}"/>
              </a:ext>
            </a:extLst>
          </p:cNvPr>
          <p:cNvSpPr>
            <a:spLocks noGrp="1"/>
          </p:cNvSpPr>
          <p:nvPr>
            <p:ph idx="1"/>
          </p:nvPr>
        </p:nvSpPr>
        <p:spPr>
          <a:xfrm>
            <a:off x="5156200" y="592666"/>
            <a:ext cx="5891209" cy="5198534"/>
          </a:xfrm>
        </p:spPr>
        <p:txBody>
          <a:bodyPr vert="horz" lIns="91440" tIns="45720" rIns="91440" bIns="45720" rtlCol="0" anchor="t">
            <a:normAutofit/>
          </a:bodyPr>
          <a:lstStyle/>
          <a:p>
            <a:endParaRPr lang="en-US" dirty="0"/>
          </a:p>
          <a:p>
            <a:r>
              <a:rPr lang="en-US" dirty="0"/>
              <a:t>If you have 6 virtual machines in the lab, how long will it take to finish in-house (in days)?</a:t>
            </a:r>
          </a:p>
          <a:p>
            <a:r>
              <a:rPr lang="en-US" dirty="0"/>
              <a:t>In order to accomplish the lab’s goals, you need it completed in 5 days.  How many VMs will you need to provision to complete in this amount of time?</a:t>
            </a:r>
          </a:p>
        </p:txBody>
      </p:sp>
      <p:sp>
        <p:nvSpPr>
          <p:cNvPr id="8" name="Text Placeholder 7">
            <a:extLst>
              <a:ext uri="{FF2B5EF4-FFF2-40B4-BE49-F238E27FC236}">
                <a16:creationId xmlns:a16="http://schemas.microsoft.com/office/drawing/2014/main" id="{A70E8736-E465-4BD0-96E2-C3F3E71DB193}"/>
              </a:ext>
            </a:extLst>
          </p:cNvPr>
          <p:cNvSpPr>
            <a:spLocks noGrp="1"/>
          </p:cNvSpPr>
          <p:nvPr>
            <p:ph type="body" sz="half" idx="2"/>
          </p:nvPr>
        </p:nvSpPr>
        <p:spPr>
          <a:xfrm>
            <a:off x="1146705" y="2249486"/>
            <a:ext cx="3856037" cy="3541714"/>
          </a:xfrm>
        </p:spPr>
        <p:txBody>
          <a:bodyPr vert="horz" lIns="91440" tIns="45720" rIns="91440" bIns="45720" rtlCol="0" anchor="t">
            <a:normAutofit/>
          </a:bodyPr>
          <a:lstStyle/>
          <a:p>
            <a:r>
              <a:rPr lang="en-US" dirty="0"/>
              <a:t>You are working in a research lab and your team plans to run a simulation that will produce four terabytes of data and require approximately 2000 hours of compute time on a </a:t>
            </a:r>
            <a:r>
              <a:rPr lang="en-US" dirty="0" err="1"/>
              <a:t>vm</a:t>
            </a:r>
            <a:r>
              <a:rPr lang="en-US" dirty="0"/>
              <a:t> computer.   </a:t>
            </a:r>
          </a:p>
        </p:txBody>
      </p:sp>
      <p:pic>
        <p:nvPicPr>
          <p:cNvPr id="1026" name="Picture 2" descr="Top 6 server trends that will rule in 2019">
            <a:extLst>
              <a:ext uri="{FF2B5EF4-FFF2-40B4-BE49-F238E27FC236}">
                <a16:creationId xmlns:a16="http://schemas.microsoft.com/office/drawing/2014/main" id="{89D2F851-5993-4411-BFCC-3222AC8C7B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56200" y="2707573"/>
            <a:ext cx="6517244" cy="36496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97974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6F9A1-3AD0-10B2-52AD-2C587424B241}"/>
              </a:ext>
            </a:extLst>
          </p:cNvPr>
          <p:cNvSpPr>
            <a:spLocks noGrp="1"/>
          </p:cNvSpPr>
          <p:nvPr>
            <p:ph type="title"/>
          </p:nvPr>
        </p:nvSpPr>
        <p:spPr>
          <a:xfrm>
            <a:off x="1141411" y="1419226"/>
            <a:ext cx="9906000" cy="2852737"/>
          </a:xfrm>
        </p:spPr>
        <p:txBody>
          <a:bodyPr vert="horz" lIns="91440" tIns="45720" rIns="91440" bIns="45720" rtlCol="0" anchor="b">
            <a:normAutofit/>
          </a:bodyPr>
          <a:lstStyle/>
          <a:p>
            <a:r>
              <a:rPr lang="en-US"/>
              <a:t>Platform as a Service</a:t>
            </a:r>
          </a:p>
        </p:txBody>
      </p:sp>
      <p:sp>
        <p:nvSpPr>
          <p:cNvPr id="3" name="Text Placeholder 2">
            <a:extLst>
              <a:ext uri="{FF2B5EF4-FFF2-40B4-BE49-F238E27FC236}">
                <a16:creationId xmlns:a16="http://schemas.microsoft.com/office/drawing/2014/main" id="{15E0FC0F-2A9D-1898-D838-7DA5879A6A39}"/>
              </a:ext>
            </a:extLst>
          </p:cNvPr>
          <p:cNvSpPr>
            <a:spLocks noGrp="1"/>
          </p:cNvSpPr>
          <p:nvPr>
            <p:ph type="body" idx="1"/>
          </p:nvPr>
        </p:nvSpPr>
        <p:spPr>
          <a:xfrm>
            <a:off x="1141411" y="4424362"/>
            <a:ext cx="9906000" cy="1374776"/>
          </a:xfrm>
        </p:spPr>
        <p:txBody>
          <a:bodyPr vert="horz" lIns="91440" tIns="45720" rIns="91440" bIns="45720" rtlCol="0">
            <a:normAutofit/>
          </a:bodyPr>
          <a:lstStyle/>
          <a:p>
            <a:r>
              <a:rPr lang="en-US" dirty="0"/>
              <a:t>https://</a:t>
            </a:r>
            <a:r>
              <a:rPr lang="en-US" dirty="0" err="1"/>
              <a:t>www.trustradius.com</a:t>
            </a:r>
            <a:r>
              <a:rPr lang="en-US" dirty="0"/>
              <a:t>/platform-as-a-service-</a:t>
            </a:r>
            <a:r>
              <a:rPr lang="en-US" dirty="0" err="1"/>
              <a:t>paas</a:t>
            </a:r>
            <a:endParaRPr lang="en-US" dirty="0"/>
          </a:p>
        </p:txBody>
      </p:sp>
      <p:sp>
        <p:nvSpPr>
          <p:cNvPr id="5" name="Slide Number Placeholder 4">
            <a:extLst>
              <a:ext uri="{FF2B5EF4-FFF2-40B4-BE49-F238E27FC236}">
                <a16:creationId xmlns:a16="http://schemas.microsoft.com/office/drawing/2014/main" id="{4ED3E8B0-ADB1-69B9-ED20-0DEEE3E67F89}"/>
              </a:ext>
            </a:extLst>
          </p:cNvPr>
          <p:cNvSpPr>
            <a:spLocks noGrp="1"/>
          </p:cNvSpPr>
          <p:nvPr>
            <p:ph type="sldNum" sz="quarter" idx="12"/>
          </p:nvPr>
        </p:nvSpPr>
        <p:spPr>
          <a:xfrm>
            <a:off x="11210717" y="6629400"/>
            <a:ext cx="442001" cy="228600"/>
          </a:xfrm>
        </p:spPr>
        <p:txBody>
          <a:bodyPr vert="horz" lIns="91440" tIns="45720" rIns="91440" bIns="45720" rtlCol="0" anchor="ctr">
            <a:normAutofit/>
          </a:bodyPr>
          <a:lstStyle/>
          <a:p>
            <a:fld id="{18039B46-FA54-4B70-AC0D-4BB93E2046DD}" type="slidenum">
              <a:rPr lang="en-US" dirty="0"/>
              <a:pPr/>
              <a:t>8</a:t>
            </a:fld>
            <a:endParaRPr lang="en-US" dirty="0"/>
          </a:p>
        </p:txBody>
      </p:sp>
    </p:spTree>
    <p:extLst>
      <p:ext uri="{BB962C8B-B14F-4D97-AF65-F5344CB8AC3E}">
        <p14:creationId xmlns:p14="http://schemas.microsoft.com/office/powerpoint/2010/main" val="22170823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E8C3F-75FD-4469-A138-C8E1813638DC}"/>
              </a:ext>
            </a:extLst>
          </p:cNvPr>
          <p:cNvSpPr>
            <a:spLocks noGrp="1"/>
          </p:cNvSpPr>
          <p:nvPr>
            <p:ph type="title"/>
          </p:nvPr>
        </p:nvSpPr>
        <p:spPr>
          <a:xfrm>
            <a:off x="548640" y="411481"/>
            <a:ext cx="8231293" cy="914400"/>
          </a:xfrm>
        </p:spPr>
        <p:txBody>
          <a:bodyPr>
            <a:normAutofit/>
          </a:bodyPr>
          <a:lstStyle/>
          <a:p>
            <a:r>
              <a:rPr lang="en-US" dirty="0"/>
              <a:t>Platform as a Service</a:t>
            </a:r>
          </a:p>
        </p:txBody>
      </p:sp>
      <p:sp>
        <p:nvSpPr>
          <p:cNvPr id="3" name="Content Placeholder 2">
            <a:extLst>
              <a:ext uri="{FF2B5EF4-FFF2-40B4-BE49-F238E27FC236}">
                <a16:creationId xmlns:a16="http://schemas.microsoft.com/office/drawing/2014/main" id="{C190A492-C2E7-48E3-B0F4-2FE1EC2E675D}"/>
              </a:ext>
            </a:extLst>
          </p:cNvPr>
          <p:cNvSpPr>
            <a:spLocks noGrp="1"/>
          </p:cNvSpPr>
          <p:nvPr>
            <p:ph idx="1"/>
          </p:nvPr>
        </p:nvSpPr>
        <p:spPr>
          <a:xfrm>
            <a:off x="548640" y="1600199"/>
            <a:ext cx="11024925" cy="4572000"/>
          </a:xfrm>
        </p:spPr>
        <p:txBody>
          <a:bodyPr anchor="ctr">
            <a:normAutofit/>
          </a:bodyPr>
          <a:lstStyle/>
          <a:p>
            <a:r>
              <a:rPr lang="en-US" dirty="0"/>
              <a:t>Provides Execution Runtime Environment</a:t>
            </a:r>
          </a:p>
          <a:p>
            <a:r>
              <a:rPr lang="en-US" dirty="0"/>
              <a:t>Multi-tenant environment (Savings!)</a:t>
            </a:r>
          </a:p>
          <a:p>
            <a:r>
              <a:rPr lang="en-US" dirty="0"/>
              <a:t>Underlying functions and components shared between apps (i.e. Databases)</a:t>
            </a:r>
          </a:p>
          <a:p>
            <a:r>
              <a:rPr lang="en-US" dirty="0"/>
              <a:t>Use an IDE for development, and then deploy!</a:t>
            </a:r>
          </a:p>
          <a:p>
            <a:r>
              <a:rPr lang="en-US" dirty="0"/>
              <a:t>Use Git on Heroku to push code for deployment</a:t>
            </a:r>
          </a:p>
        </p:txBody>
      </p:sp>
      <p:pic>
        <p:nvPicPr>
          <p:cNvPr id="1026" name="Picture 2">
            <a:extLst>
              <a:ext uri="{FF2B5EF4-FFF2-40B4-BE49-F238E27FC236}">
                <a16:creationId xmlns:a16="http://schemas.microsoft.com/office/drawing/2014/main" id="{899835F8-CA98-49DE-B0C7-3AF1E132A8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82689" y="2424481"/>
            <a:ext cx="3112532" cy="204100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dvanced Laravel deployment on AWS Elastic Beanstalk | by Alex Renoki |  Medium">
            <a:extLst>
              <a:ext uri="{FF2B5EF4-FFF2-40B4-BE49-F238E27FC236}">
                <a16:creationId xmlns:a16="http://schemas.microsoft.com/office/drawing/2014/main" id="{31C21E34-FE8F-4D8C-BE82-008AAA74F56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0704" r="29699"/>
          <a:stretch/>
        </p:blipFill>
        <p:spPr bwMode="auto">
          <a:xfrm>
            <a:off x="6221686" y="4052928"/>
            <a:ext cx="2561003" cy="273288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mage for post">
            <a:extLst>
              <a:ext uri="{FF2B5EF4-FFF2-40B4-BE49-F238E27FC236}">
                <a16:creationId xmlns:a16="http://schemas.microsoft.com/office/drawing/2014/main" id="{38B9E401-41BA-4ECE-81D2-AC69C89E63B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95160" y="639949"/>
            <a:ext cx="5203101" cy="21970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22718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F373A-806B-42A9-9894-99127D8715B9}"/>
              </a:ext>
            </a:extLst>
          </p:cNvPr>
          <p:cNvSpPr>
            <a:spLocks noGrp="1"/>
          </p:cNvSpPr>
          <p:nvPr>
            <p:ph type="title"/>
          </p:nvPr>
        </p:nvSpPr>
        <p:spPr>
          <a:xfrm>
            <a:off x="548640" y="411481"/>
            <a:ext cx="8231293" cy="914400"/>
          </a:xfrm>
        </p:spPr>
        <p:txBody>
          <a:bodyPr/>
          <a:lstStyle/>
          <a:p>
            <a:r>
              <a:rPr lang="en-US" dirty="0"/>
              <a:t>PaaS Considerations</a:t>
            </a:r>
          </a:p>
        </p:txBody>
      </p:sp>
      <p:sp>
        <p:nvSpPr>
          <p:cNvPr id="3" name="Content Placeholder 2">
            <a:extLst>
              <a:ext uri="{FF2B5EF4-FFF2-40B4-BE49-F238E27FC236}">
                <a16:creationId xmlns:a16="http://schemas.microsoft.com/office/drawing/2014/main" id="{C627E421-477F-40F4-B3BF-E53195633513}"/>
              </a:ext>
            </a:extLst>
          </p:cNvPr>
          <p:cNvSpPr>
            <a:spLocks noGrp="1"/>
          </p:cNvSpPr>
          <p:nvPr>
            <p:ph idx="1"/>
          </p:nvPr>
        </p:nvSpPr>
        <p:spPr>
          <a:xfrm>
            <a:off x="548640" y="1600199"/>
            <a:ext cx="11024925" cy="4572000"/>
          </a:xfrm>
        </p:spPr>
        <p:txBody>
          <a:bodyPr>
            <a:normAutofit/>
          </a:bodyPr>
          <a:lstStyle/>
          <a:p>
            <a:r>
              <a:rPr lang="en-US" dirty="0"/>
              <a:t>Languages and Frameworks</a:t>
            </a:r>
          </a:p>
          <a:p>
            <a:r>
              <a:rPr lang="en-US" dirty="0"/>
              <a:t>Applications are never static</a:t>
            </a:r>
          </a:p>
          <a:p>
            <a:pPr lvl="1"/>
            <a:r>
              <a:rPr lang="en-US" dirty="0"/>
              <a:t>Redeployment across different hosting environments</a:t>
            </a:r>
          </a:p>
          <a:p>
            <a:r>
              <a:rPr lang="en-US" dirty="0"/>
              <a:t>Proprietary and unique workflows (including testing)</a:t>
            </a:r>
          </a:p>
          <a:p>
            <a:r>
              <a:rPr lang="en-US" dirty="0"/>
              <a:t>Application Programing Interface (APIs)</a:t>
            </a:r>
          </a:p>
          <a:p>
            <a:pPr lvl="1"/>
            <a:r>
              <a:rPr lang="en-US" dirty="0"/>
              <a:t>Is it RESTful, and what does this mean?</a:t>
            </a:r>
          </a:p>
          <a:p>
            <a:pPr lvl="1"/>
            <a:r>
              <a:rPr lang="en-US" dirty="0"/>
              <a:t>What is SOAP?</a:t>
            </a:r>
          </a:p>
          <a:p>
            <a:pPr lvl="1"/>
            <a:r>
              <a:rPr lang="en-US" dirty="0"/>
              <a:t>JSON</a:t>
            </a:r>
          </a:p>
          <a:p>
            <a:r>
              <a:rPr lang="en-US" dirty="0"/>
              <a:t>Provider flexibility, Platform flexibility, migration options</a:t>
            </a:r>
          </a:p>
          <a:p>
            <a:endParaRPr lang="en-US" dirty="0"/>
          </a:p>
        </p:txBody>
      </p:sp>
    </p:spTree>
    <p:extLst>
      <p:ext uri="{BB962C8B-B14F-4D97-AF65-F5344CB8AC3E}">
        <p14:creationId xmlns:p14="http://schemas.microsoft.com/office/powerpoint/2010/main" val="11185449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8589C-3183-4D8A-9CEC-D64DF91CB8A7}"/>
              </a:ext>
            </a:extLst>
          </p:cNvPr>
          <p:cNvSpPr>
            <a:spLocks noGrp="1"/>
          </p:cNvSpPr>
          <p:nvPr>
            <p:ph type="title"/>
          </p:nvPr>
        </p:nvSpPr>
        <p:spPr>
          <a:xfrm>
            <a:off x="548640" y="411481"/>
            <a:ext cx="8231293" cy="914400"/>
          </a:xfrm>
        </p:spPr>
        <p:txBody>
          <a:bodyPr/>
          <a:lstStyle/>
          <a:p>
            <a:r>
              <a:rPr lang="en-US" dirty="0"/>
              <a:t>Example Web Applications that can be deployed to PaaS</a:t>
            </a:r>
          </a:p>
        </p:txBody>
      </p:sp>
      <p:sp>
        <p:nvSpPr>
          <p:cNvPr id="3" name="Content Placeholder 2">
            <a:extLst>
              <a:ext uri="{FF2B5EF4-FFF2-40B4-BE49-F238E27FC236}">
                <a16:creationId xmlns:a16="http://schemas.microsoft.com/office/drawing/2014/main" id="{07C7B193-D01E-4E3F-BE0A-40BD63B0EA56}"/>
              </a:ext>
            </a:extLst>
          </p:cNvPr>
          <p:cNvSpPr>
            <a:spLocks noGrp="1"/>
          </p:cNvSpPr>
          <p:nvPr>
            <p:ph idx="1"/>
          </p:nvPr>
        </p:nvSpPr>
        <p:spPr>
          <a:xfrm>
            <a:off x="548640" y="1600199"/>
            <a:ext cx="11024925" cy="4572000"/>
          </a:xfrm>
        </p:spPr>
        <p:txBody>
          <a:bodyPr>
            <a:normAutofit/>
          </a:bodyPr>
          <a:lstStyle/>
          <a:p>
            <a:r>
              <a:rPr lang="en-US" dirty="0"/>
              <a:t>Ruby on Rails (Model-View-Controller web application framework)</a:t>
            </a:r>
          </a:p>
          <a:p>
            <a:r>
              <a:rPr lang="en-US" dirty="0"/>
              <a:t>Flask (Python)</a:t>
            </a:r>
          </a:p>
          <a:p>
            <a:r>
              <a:rPr lang="en-US" dirty="0"/>
              <a:t>Django (Python MVC)</a:t>
            </a:r>
          </a:p>
          <a:p>
            <a:r>
              <a:rPr lang="en-US" dirty="0" err="1"/>
              <a:t>CakePHP</a:t>
            </a:r>
            <a:r>
              <a:rPr lang="en-US" dirty="0"/>
              <a:t> (PHP MVC)</a:t>
            </a:r>
          </a:p>
          <a:p>
            <a:r>
              <a:rPr lang="en-US" dirty="0"/>
              <a:t>Laravel (PHP)</a:t>
            </a:r>
          </a:p>
          <a:p>
            <a:r>
              <a:rPr lang="en-US" dirty="0"/>
              <a:t>ASP .NET Core</a:t>
            </a:r>
          </a:p>
          <a:p>
            <a:r>
              <a:rPr lang="en-US" dirty="0"/>
              <a:t>Sails.JS (runs on Node.JS)</a:t>
            </a:r>
          </a:p>
        </p:txBody>
      </p:sp>
    </p:spTree>
    <p:extLst>
      <p:ext uri="{BB962C8B-B14F-4D97-AF65-F5344CB8AC3E}">
        <p14:creationId xmlns:p14="http://schemas.microsoft.com/office/powerpoint/2010/main" val="19949155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DE501-F953-4E2C-9113-8A257BF99822}"/>
              </a:ext>
            </a:extLst>
          </p:cNvPr>
          <p:cNvSpPr>
            <a:spLocks noGrp="1"/>
          </p:cNvSpPr>
          <p:nvPr>
            <p:ph type="title"/>
          </p:nvPr>
        </p:nvSpPr>
        <p:spPr>
          <a:xfrm>
            <a:off x="1146705" y="609601"/>
            <a:ext cx="3856037" cy="1639884"/>
          </a:xfrm>
        </p:spPr>
        <p:txBody>
          <a:bodyPr>
            <a:noAutofit/>
          </a:bodyPr>
          <a:lstStyle/>
          <a:p>
            <a:r>
              <a:rPr lang="en-US" dirty="0"/>
              <a:t>In Class Scenario #3</a:t>
            </a:r>
          </a:p>
        </p:txBody>
      </p:sp>
      <p:sp>
        <p:nvSpPr>
          <p:cNvPr id="7" name="Content Placeholder 6">
            <a:extLst>
              <a:ext uri="{FF2B5EF4-FFF2-40B4-BE49-F238E27FC236}">
                <a16:creationId xmlns:a16="http://schemas.microsoft.com/office/drawing/2014/main" id="{4C7E110B-007F-4283-903A-D6DB4A9D0833}"/>
              </a:ext>
            </a:extLst>
          </p:cNvPr>
          <p:cNvSpPr>
            <a:spLocks noGrp="1"/>
          </p:cNvSpPr>
          <p:nvPr>
            <p:ph idx="1"/>
          </p:nvPr>
        </p:nvSpPr>
        <p:spPr>
          <a:xfrm>
            <a:off x="5156200" y="592666"/>
            <a:ext cx="5891209" cy="5198534"/>
          </a:xfrm>
        </p:spPr>
        <p:txBody>
          <a:bodyPr/>
          <a:lstStyle/>
          <a:p>
            <a:endParaRPr lang="en-US" dirty="0"/>
          </a:p>
          <a:p>
            <a:endParaRPr lang="en-US" dirty="0"/>
          </a:p>
          <a:p>
            <a:r>
              <a:rPr lang="en-US" dirty="0"/>
              <a:t>What PaaS service exists that has a “free” tier that may work? (search on the internet now if you need to)</a:t>
            </a:r>
          </a:p>
          <a:p>
            <a:r>
              <a:rPr lang="en-US" dirty="0"/>
              <a:t>How much does it cost if you want to put it in “real” production mode?</a:t>
            </a:r>
          </a:p>
          <a:p>
            <a:endParaRPr lang="en-US" dirty="0"/>
          </a:p>
          <a:p>
            <a:endParaRPr lang="en-US" dirty="0"/>
          </a:p>
          <a:p>
            <a:endParaRPr lang="en-US" dirty="0"/>
          </a:p>
        </p:txBody>
      </p:sp>
      <p:sp>
        <p:nvSpPr>
          <p:cNvPr id="8" name="Text Placeholder 7">
            <a:extLst>
              <a:ext uri="{FF2B5EF4-FFF2-40B4-BE49-F238E27FC236}">
                <a16:creationId xmlns:a16="http://schemas.microsoft.com/office/drawing/2014/main" id="{A70E8736-E465-4BD0-96E2-C3F3E71DB193}"/>
              </a:ext>
            </a:extLst>
          </p:cNvPr>
          <p:cNvSpPr>
            <a:spLocks noGrp="1"/>
          </p:cNvSpPr>
          <p:nvPr>
            <p:ph type="body" sz="half" idx="2"/>
          </p:nvPr>
        </p:nvSpPr>
        <p:spPr>
          <a:xfrm>
            <a:off x="1146705" y="2249486"/>
            <a:ext cx="3856037" cy="3541714"/>
          </a:xfrm>
        </p:spPr>
        <p:txBody>
          <a:bodyPr>
            <a:normAutofit/>
          </a:bodyPr>
          <a:lstStyle/>
          <a:p>
            <a:r>
              <a:rPr lang="en-US" dirty="0"/>
              <a:t>You are developing a Ruby on Rails application and want to test it out for free.</a:t>
            </a:r>
          </a:p>
          <a:p>
            <a:endParaRPr lang="en-US" dirty="0"/>
          </a:p>
          <a:p>
            <a:endParaRPr lang="en-US" dirty="0"/>
          </a:p>
        </p:txBody>
      </p:sp>
    </p:spTree>
    <p:extLst>
      <p:ext uri="{BB962C8B-B14F-4D97-AF65-F5344CB8AC3E}">
        <p14:creationId xmlns:p14="http://schemas.microsoft.com/office/powerpoint/2010/main" val="20407262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DE501-F953-4E2C-9113-8A257BF99822}"/>
              </a:ext>
            </a:extLst>
          </p:cNvPr>
          <p:cNvSpPr>
            <a:spLocks noGrp="1"/>
          </p:cNvSpPr>
          <p:nvPr>
            <p:ph type="title"/>
          </p:nvPr>
        </p:nvSpPr>
        <p:spPr>
          <a:xfrm>
            <a:off x="1146705" y="609601"/>
            <a:ext cx="3856037" cy="1639884"/>
          </a:xfrm>
        </p:spPr>
        <p:txBody>
          <a:bodyPr>
            <a:noAutofit/>
          </a:bodyPr>
          <a:lstStyle/>
          <a:p>
            <a:r>
              <a:rPr lang="en-US" dirty="0"/>
              <a:t>In Class Scenario #4</a:t>
            </a:r>
          </a:p>
        </p:txBody>
      </p:sp>
      <p:sp>
        <p:nvSpPr>
          <p:cNvPr id="7" name="Content Placeholder 6">
            <a:extLst>
              <a:ext uri="{FF2B5EF4-FFF2-40B4-BE49-F238E27FC236}">
                <a16:creationId xmlns:a16="http://schemas.microsoft.com/office/drawing/2014/main" id="{4C7E110B-007F-4283-903A-D6DB4A9D0833}"/>
              </a:ext>
            </a:extLst>
          </p:cNvPr>
          <p:cNvSpPr>
            <a:spLocks noGrp="1"/>
          </p:cNvSpPr>
          <p:nvPr>
            <p:ph idx="1"/>
          </p:nvPr>
        </p:nvSpPr>
        <p:spPr>
          <a:xfrm>
            <a:off x="5156200" y="592666"/>
            <a:ext cx="5891209" cy="5198534"/>
          </a:xfrm>
        </p:spPr>
        <p:txBody>
          <a:bodyPr/>
          <a:lstStyle/>
          <a:p>
            <a:endParaRPr lang="en-US" dirty="0"/>
          </a:p>
          <a:p>
            <a:endParaRPr lang="en-US" dirty="0"/>
          </a:p>
          <a:p>
            <a:r>
              <a:rPr lang="en-US" dirty="0"/>
              <a:t>What web framework would you choose?</a:t>
            </a:r>
          </a:p>
          <a:p>
            <a:r>
              <a:rPr lang="en-US" dirty="0"/>
              <a:t>What PaaS system will support the framework you have chosen?</a:t>
            </a:r>
          </a:p>
          <a:p>
            <a:r>
              <a:rPr lang="en-US" dirty="0"/>
              <a:t>What will the pricing model be for this application?</a:t>
            </a:r>
          </a:p>
          <a:p>
            <a:endParaRPr lang="en-US" dirty="0"/>
          </a:p>
        </p:txBody>
      </p:sp>
      <p:sp>
        <p:nvSpPr>
          <p:cNvPr id="8" name="Text Placeholder 7">
            <a:extLst>
              <a:ext uri="{FF2B5EF4-FFF2-40B4-BE49-F238E27FC236}">
                <a16:creationId xmlns:a16="http://schemas.microsoft.com/office/drawing/2014/main" id="{A70E8736-E465-4BD0-96E2-C3F3E71DB193}"/>
              </a:ext>
            </a:extLst>
          </p:cNvPr>
          <p:cNvSpPr>
            <a:spLocks noGrp="1"/>
          </p:cNvSpPr>
          <p:nvPr>
            <p:ph type="body" sz="half" idx="2"/>
          </p:nvPr>
        </p:nvSpPr>
        <p:spPr>
          <a:xfrm>
            <a:off x="1146705" y="2249486"/>
            <a:ext cx="3856037" cy="3541714"/>
          </a:xfrm>
        </p:spPr>
        <p:txBody>
          <a:bodyPr>
            <a:normAutofit/>
          </a:bodyPr>
          <a:lstStyle/>
          <a:p>
            <a:r>
              <a:rPr lang="en-US" dirty="0"/>
              <a:t>You have developed a cool machine learning tool in python and it is currently a standalone program.  You want to have multiple people access this program, and you want to collect data from the people accessing it so you can optimize and/or validate the algorithm.  You decide to make it into a web application.</a:t>
            </a:r>
          </a:p>
          <a:p>
            <a:endParaRPr lang="en-US" dirty="0"/>
          </a:p>
          <a:p>
            <a:endParaRPr lang="en-US" dirty="0"/>
          </a:p>
        </p:txBody>
      </p:sp>
    </p:spTree>
    <p:extLst>
      <p:ext uri="{BB962C8B-B14F-4D97-AF65-F5344CB8AC3E}">
        <p14:creationId xmlns:p14="http://schemas.microsoft.com/office/powerpoint/2010/main" val="3453615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6F9A1-3AD0-10B2-52AD-2C587424B241}"/>
              </a:ext>
            </a:extLst>
          </p:cNvPr>
          <p:cNvSpPr>
            <a:spLocks noGrp="1"/>
          </p:cNvSpPr>
          <p:nvPr>
            <p:ph type="title"/>
          </p:nvPr>
        </p:nvSpPr>
        <p:spPr>
          <a:xfrm>
            <a:off x="1141411" y="1419226"/>
            <a:ext cx="9906000" cy="2852737"/>
          </a:xfrm>
        </p:spPr>
        <p:txBody>
          <a:bodyPr vert="horz" lIns="91440" tIns="45720" rIns="91440" bIns="45720" rtlCol="0" anchor="b">
            <a:normAutofit/>
          </a:bodyPr>
          <a:lstStyle/>
          <a:p>
            <a:r>
              <a:rPr lang="en-US"/>
              <a:t>Software as a Service</a:t>
            </a:r>
          </a:p>
        </p:txBody>
      </p:sp>
      <p:sp>
        <p:nvSpPr>
          <p:cNvPr id="9" name="Text Placeholder 8">
            <a:extLst>
              <a:ext uri="{FF2B5EF4-FFF2-40B4-BE49-F238E27FC236}">
                <a16:creationId xmlns:a16="http://schemas.microsoft.com/office/drawing/2014/main" id="{DF84AE55-FF1B-8E7F-3685-9BAF875ACC75}"/>
              </a:ext>
            </a:extLst>
          </p:cNvPr>
          <p:cNvSpPr>
            <a:spLocks noGrp="1"/>
          </p:cNvSpPr>
          <p:nvPr>
            <p:ph type="body" idx="1"/>
          </p:nvPr>
        </p:nvSpPr>
        <p:spPr/>
        <p:txBody>
          <a:bodyPr/>
          <a:lstStyle/>
          <a:p>
            <a:endParaRPr lang="en-US"/>
          </a:p>
        </p:txBody>
      </p:sp>
      <p:sp>
        <p:nvSpPr>
          <p:cNvPr id="4" name="Footer Placeholder 3">
            <a:extLst>
              <a:ext uri="{FF2B5EF4-FFF2-40B4-BE49-F238E27FC236}">
                <a16:creationId xmlns:a16="http://schemas.microsoft.com/office/drawing/2014/main" id="{1BA521B2-3583-E0C9-E458-97EAD2CB50A9}"/>
              </a:ext>
            </a:extLst>
          </p:cNvPr>
          <p:cNvSpPr>
            <a:spLocks noGrp="1"/>
          </p:cNvSpPr>
          <p:nvPr>
            <p:ph type="ftr" sz="quarter" idx="11"/>
          </p:nvPr>
        </p:nvSpPr>
        <p:spPr/>
        <p:txBody>
          <a:bodyPr vert="horz" lIns="91440" tIns="45720" rIns="91440" bIns="45720" rtlCol="0" anchor="ctr">
            <a:normAutofit fontScale="25000" lnSpcReduction="20000"/>
          </a:bodyPr>
          <a:lstStyle/>
          <a:p>
            <a:endParaRPr lang="en-US"/>
          </a:p>
        </p:txBody>
      </p:sp>
      <p:sp>
        <p:nvSpPr>
          <p:cNvPr id="5" name="Slide Number Placeholder 4">
            <a:extLst>
              <a:ext uri="{FF2B5EF4-FFF2-40B4-BE49-F238E27FC236}">
                <a16:creationId xmlns:a16="http://schemas.microsoft.com/office/drawing/2014/main" id="{4ED3E8B0-ADB1-69B9-ED20-0DEEE3E67F89}"/>
              </a:ext>
            </a:extLst>
          </p:cNvPr>
          <p:cNvSpPr>
            <a:spLocks noGrp="1"/>
          </p:cNvSpPr>
          <p:nvPr>
            <p:ph type="sldNum" sz="quarter" idx="12"/>
          </p:nvPr>
        </p:nvSpPr>
        <p:spPr>
          <a:xfrm>
            <a:off x="11210717" y="6629400"/>
            <a:ext cx="442001" cy="228600"/>
          </a:xfrm>
        </p:spPr>
        <p:txBody>
          <a:bodyPr vert="horz" lIns="91440" tIns="45720" rIns="91440" bIns="45720" rtlCol="0" anchor="ctr">
            <a:normAutofit/>
          </a:bodyPr>
          <a:lstStyle/>
          <a:p>
            <a:fld id="{18039B46-FA54-4B70-AC0D-4BB93E2046DD}" type="slidenum">
              <a:rPr lang="en-US" dirty="0"/>
              <a:pPr/>
              <a:t>14</a:t>
            </a:fld>
            <a:endParaRPr lang="en-US" dirty="0"/>
          </a:p>
        </p:txBody>
      </p:sp>
    </p:spTree>
    <p:extLst>
      <p:ext uri="{BB962C8B-B14F-4D97-AF65-F5344CB8AC3E}">
        <p14:creationId xmlns:p14="http://schemas.microsoft.com/office/powerpoint/2010/main" val="24068608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E8C3F-75FD-4469-A138-C8E1813638DC}"/>
              </a:ext>
            </a:extLst>
          </p:cNvPr>
          <p:cNvSpPr>
            <a:spLocks noGrp="1"/>
          </p:cNvSpPr>
          <p:nvPr>
            <p:ph type="title"/>
          </p:nvPr>
        </p:nvSpPr>
        <p:spPr>
          <a:xfrm>
            <a:off x="548640" y="411481"/>
            <a:ext cx="8231293" cy="914400"/>
          </a:xfrm>
        </p:spPr>
        <p:txBody>
          <a:bodyPr>
            <a:normAutofit/>
          </a:bodyPr>
          <a:lstStyle/>
          <a:p>
            <a:r>
              <a:rPr lang="en-US" dirty="0"/>
              <a:t>Software as a Service</a:t>
            </a:r>
          </a:p>
        </p:txBody>
      </p:sp>
      <p:sp>
        <p:nvSpPr>
          <p:cNvPr id="3" name="Content Placeholder 2">
            <a:extLst>
              <a:ext uri="{FF2B5EF4-FFF2-40B4-BE49-F238E27FC236}">
                <a16:creationId xmlns:a16="http://schemas.microsoft.com/office/drawing/2014/main" id="{C190A492-C2E7-48E3-B0F4-2FE1EC2E675D}"/>
              </a:ext>
            </a:extLst>
          </p:cNvPr>
          <p:cNvSpPr>
            <a:spLocks noGrp="1"/>
          </p:cNvSpPr>
          <p:nvPr>
            <p:ph idx="1"/>
          </p:nvPr>
        </p:nvSpPr>
        <p:spPr>
          <a:xfrm>
            <a:off x="548640" y="1600199"/>
            <a:ext cx="11024925" cy="4572000"/>
          </a:xfrm>
        </p:spPr>
        <p:txBody>
          <a:bodyPr anchor="ctr">
            <a:normAutofit/>
          </a:bodyPr>
          <a:lstStyle/>
          <a:p>
            <a:r>
              <a:rPr lang="en-US" dirty="0"/>
              <a:t>Everything is provided</a:t>
            </a:r>
          </a:p>
          <a:p>
            <a:r>
              <a:rPr lang="en-US" dirty="0"/>
              <a:t>Office applications are most common</a:t>
            </a:r>
          </a:p>
          <a:p>
            <a:r>
              <a:rPr lang="en-US" dirty="0"/>
              <a:t>Examples: E commerce software, Project Management, Accounting, email marketing, billing and invoicing</a:t>
            </a:r>
          </a:p>
          <a:p>
            <a:r>
              <a:rPr lang="en-US" dirty="0"/>
              <a:t>Security of the system is handled by the provider</a:t>
            </a:r>
          </a:p>
        </p:txBody>
      </p:sp>
      <p:pic>
        <p:nvPicPr>
          <p:cNvPr id="5" name="Picture 4" descr="Office 365 Products and Services Explained">
            <a:extLst>
              <a:ext uri="{FF2B5EF4-FFF2-40B4-BE49-F238E27FC236}">
                <a16:creationId xmlns:a16="http://schemas.microsoft.com/office/drawing/2014/main" id="{E69411AE-E724-406C-8261-BA72D3DF1B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4598" y="774166"/>
            <a:ext cx="3677655" cy="227917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Google Apps at USD - ITS Help Desk">
            <a:extLst>
              <a:ext uri="{FF2B5EF4-FFF2-40B4-BE49-F238E27FC236}">
                <a16:creationId xmlns:a16="http://schemas.microsoft.com/office/drawing/2014/main" id="{20F65790-4E3D-4DC8-BB34-19A145F7CE9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44121" y="4861281"/>
            <a:ext cx="2334576" cy="131091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lack Review | PCMag">
            <a:extLst>
              <a:ext uri="{FF2B5EF4-FFF2-40B4-BE49-F238E27FC236}">
                <a16:creationId xmlns:a16="http://schemas.microsoft.com/office/drawing/2014/main" id="{DF3AE9EB-776B-44AC-B011-5B3D7FDCAEC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31591" y="4949647"/>
            <a:ext cx="2171640" cy="12225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23163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F373A-806B-42A9-9894-99127D8715B9}"/>
              </a:ext>
            </a:extLst>
          </p:cNvPr>
          <p:cNvSpPr>
            <a:spLocks noGrp="1"/>
          </p:cNvSpPr>
          <p:nvPr>
            <p:ph type="title"/>
          </p:nvPr>
        </p:nvSpPr>
        <p:spPr>
          <a:xfrm>
            <a:off x="548640" y="411481"/>
            <a:ext cx="8231293" cy="914400"/>
          </a:xfrm>
        </p:spPr>
        <p:txBody>
          <a:bodyPr/>
          <a:lstStyle/>
          <a:p>
            <a:r>
              <a:rPr lang="en-US"/>
              <a:t>SaaS Considerations</a:t>
            </a:r>
          </a:p>
        </p:txBody>
      </p:sp>
      <p:sp>
        <p:nvSpPr>
          <p:cNvPr id="3" name="Content Placeholder 2">
            <a:extLst>
              <a:ext uri="{FF2B5EF4-FFF2-40B4-BE49-F238E27FC236}">
                <a16:creationId xmlns:a16="http://schemas.microsoft.com/office/drawing/2014/main" id="{C627E421-477F-40F4-B3BF-E53195633513}"/>
              </a:ext>
            </a:extLst>
          </p:cNvPr>
          <p:cNvSpPr>
            <a:spLocks noGrp="1"/>
          </p:cNvSpPr>
          <p:nvPr>
            <p:ph idx="1"/>
          </p:nvPr>
        </p:nvSpPr>
        <p:spPr>
          <a:xfrm>
            <a:off x="548640" y="1600199"/>
            <a:ext cx="11024925" cy="4572000"/>
          </a:xfrm>
        </p:spPr>
        <p:txBody>
          <a:bodyPr>
            <a:normAutofit/>
          </a:bodyPr>
          <a:lstStyle/>
          <a:p>
            <a:r>
              <a:rPr lang="en-US"/>
              <a:t>Cost Control, cost reduction</a:t>
            </a:r>
          </a:p>
          <a:p>
            <a:r>
              <a:rPr lang="en-US"/>
              <a:t>Licensing is a subscriber model as opposed to licensing the software</a:t>
            </a:r>
          </a:p>
          <a:p>
            <a:r>
              <a:rPr lang="en-US"/>
              <a:t>Provider can handle support at scale</a:t>
            </a:r>
          </a:p>
          <a:p>
            <a:r>
              <a:rPr lang="en-US"/>
              <a:t>Improved security</a:t>
            </a:r>
          </a:p>
          <a:p>
            <a:r>
              <a:rPr lang="en-US"/>
              <a:t>Standardization and compatibility</a:t>
            </a:r>
          </a:p>
          <a:p>
            <a:r>
              <a:rPr lang="en-US"/>
              <a:t>Global Accessibility</a:t>
            </a:r>
          </a:p>
          <a:p>
            <a:r>
              <a:rPr lang="en-US"/>
              <a:t>Economy of scale provides many of these benefits</a:t>
            </a:r>
          </a:p>
          <a:p>
            <a:endParaRPr lang="en-US"/>
          </a:p>
        </p:txBody>
      </p:sp>
    </p:spTree>
    <p:extLst>
      <p:ext uri="{BB962C8B-B14F-4D97-AF65-F5344CB8AC3E}">
        <p14:creationId xmlns:p14="http://schemas.microsoft.com/office/powerpoint/2010/main" val="33084047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DE501-F953-4E2C-9113-8A257BF99822}"/>
              </a:ext>
            </a:extLst>
          </p:cNvPr>
          <p:cNvSpPr>
            <a:spLocks noGrp="1"/>
          </p:cNvSpPr>
          <p:nvPr>
            <p:ph type="title"/>
          </p:nvPr>
        </p:nvSpPr>
        <p:spPr>
          <a:xfrm>
            <a:off x="1146705" y="609601"/>
            <a:ext cx="3856037" cy="1639884"/>
          </a:xfrm>
        </p:spPr>
        <p:txBody>
          <a:bodyPr>
            <a:noAutofit/>
          </a:bodyPr>
          <a:lstStyle/>
          <a:p>
            <a:r>
              <a:rPr lang="en-US" dirty="0"/>
              <a:t>In Class Scenario #5</a:t>
            </a:r>
          </a:p>
        </p:txBody>
      </p:sp>
      <p:sp>
        <p:nvSpPr>
          <p:cNvPr id="7" name="Content Placeholder 6">
            <a:extLst>
              <a:ext uri="{FF2B5EF4-FFF2-40B4-BE49-F238E27FC236}">
                <a16:creationId xmlns:a16="http://schemas.microsoft.com/office/drawing/2014/main" id="{4C7E110B-007F-4283-903A-D6DB4A9D0833}"/>
              </a:ext>
            </a:extLst>
          </p:cNvPr>
          <p:cNvSpPr>
            <a:spLocks noGrp="1"/>
          </p:cNvSpPr>
          <p:nvPr>
            <p:ph idx="1"/>
          </p:nvPr>
        </p:nvSpPr>
        <p:spPr>
          <a:xfrm>
            <a:off x="5156200" y="592666"/>
            <a:ext cx="5891209" cy="5198534"/>
          </a:xfrm>
        </p:spPr>
        <p:txBody>
          <a:bodyPr>
            <a:normAutofit/>
          </a:bodyPr>
          <a:lstStyle/>
          <a:p>
            <a:endParaRPr lang="en-US" dirty="0"/>
          </a:p>
          <a:p>
            <a:endParaRPr lang="en-US" dirty="0"/>
          </a:p>
          <a:p>
            <a:r>
              <a:rPr lang="en-US" dirty="0"/>
              <a:t>What software is available to perform office functions in the cloud (SaaS solutions)?</a:t>
            </a:r>
          </a:p>
          <a:p>
            <a:r>
              <a:rPr lang="en-US" dirty="0"/>
              <a:t>What are the pros and cons of going to SaaS?</a:t>
            </a:r>
          </a:p>
          <a:p>
            <a:r>
              <a:rPr lang="en-US" dirty="0"/>
              <a:t>How much does an O365 license cost per month per person for a business this size? (hint: search Microsoft’s site)</a:t>
            </a:r>
          </a:p>
          <a:p>
            <a:endParaRPr lang="en-US" dirty="0"/>
          </a:p>
          <a:p>
            <a:endParaRPr lang="en-US" dirty="0"/>
          </a:p>
          <a:p>
            <a:endParaRPr lang="en-US" dirty="0"/>
          </a:p>
        </p:txBody>
      </p:sp>
      <p:sp>
        <p:nvSpPr>
          <p:cNvPr id="8" name="Text Placeholder 7">
            <a:extLst>
              <a:ext uri="{FF2B5EF4-FFF2-40B4-BE49-F238E27FC236}">
                <a16:creationId xmlns:a16="http://schemas.microsoft.com/office/drawing/2014/main" id="{A70E8736-E465-4BD0-96E2-C3F3E71DB193}"/>
              </a:ext>
            </a:extLst>
          </p:cNvPr>
          <p:cNvSpPr>
            <a:spLocks noGrp="1"/>
          </p:cNvSpPr>
          <p:nvPr>
            <p:ph type="body" sz="half" idx="2"/>
          </p:nvPr>
        </p:nvSpPr>
        <p:spPr>
          <a:xfrm>
            <a:off x="1146705" y="2249486"/>
            <a:ext cx="3856037" cy="3541714"/>
          </a:xfrm>
        </p:spPr>
        <p:txBody>
          <a:bodyPr>
            <a:normAutofit/>
          </a:bodyPr>
          <a:lstStyle/>
          <a:p>
            <a:r>
              <a:rPr lang="en-US" dirty="0"/>
              <a:t>You just founded a startup company and currently have 10 employees and you are about to hire 20 more because business is booming.  </a:t>
            </a:r>
          </a:p>
          <a:p>
            <a:r>
              <a:rPr lang="en-US" dirty="0"/>
              <a:t>You have 10 work laptops that have Windows and Office preloaded on them.  </a:t>
            </a:r>
          </a:p>
          <a:p>
            <a:endParaRPr lang="en-US" dirty="0"/>
          </a:p>
          <a:p>
            <a:r>
              <a:rPr lang="en-US" dirty="0"/>
              <a:t>Based on your business growing,  you decided to move to a cloud solution instead of buying more standalone office 365 licenses (estimated $150 / installation)</a:t>
            </a:r>
          </a:p>
          <a:p>
            <a:endParaRPr lang="en-US" dirty="0"/>
          </a:p>
          <a:p>
            <a:endParaRPr lang="en-US" dirty="0"/>
          </a:p>
        </p:txBody>
      </p:sp>
    </p:spTree>
    <p:extLst>
      <p:ext uri="{BB962C8B-B14F-4D97-AF65-F5344CB8AC3E}">
        <p14:creationId xmlns:p14="http://schemas.microsoft.com/office/powerpoint/2010/main" val="5917321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DE501-F953-4E2C-9113-8A257BF99822}"/>
              </a:ext>
            </a:extLst>
          </p:cNvPr>
          <p:cNvSpPr>
            <a:spLocks noGrp="1"/>
          </p:cNvSpPr>
          <p:nvPr>
            <p:ph type="title"/>
          </p:nvPr>
        </p:nvSpPr>
        <p:spPr>
          <a:xfrm>
            <a:off x="1146705" y="609601"/>
            <a:ext cx="3856037" cy="1639884"/>
          </a:xfrm>
        </p:spPr>
        <p:txBody>
          <a:bodyPr>
            <a:noAutofit/>
          </a:bodyPr>
          <a:lstStyle/>
          <a:p>
            <a:r>
              <a:rPr lang="en-US" dirty="0"/>
              <a:t>In Class Scenario #6</a:t>
            </a:r>
          </a:p>
        </p:txBody>
      </p:sp>
      <p:sp>
        <p:nvSpPr>
          <p:cNvPr id="7" name="Content Placeholder 6">
            <a:extLst>
              <a:ext uri="{FF2B5EF4-FFF2-40B4-BE49-F238E27FC236}">
                <a16:creationId xmlns:a16="http://schemas.microsoft.com/office/drawing/2014/main" id="{4C7E110B-007F-4283-903A-D6DB4A9D0833}"/>
              </a:ext>
            </a:extLst>
          </p:cNvPr>
          <p:cNvSpPr>
            <a:spLocks noGrp="1"/>
          </p:cNvSpPr>
          <p:nvPr>
            <p:ph idx="1"/>
          </p:nvPr>
        </p:nvSpPr>
        <p:spPr>
          <a:xfrm>
            <a:off x="5156200" y="592666"/>
            <a:ext cx="5891209" cy="5198534"/>
          </a:xfrm>
        </p:spPr>
        <p:txBody>
          <a:bodyPr>
            <a:normAutofit/>
          </a:bodyPr>
          <a:lstStyle/>
          <a:p>
            <a:endParaRPr lang="en-US" dirty="0"/>
          </a:p>
          <a:p>
            <a:endParaRPr lang="en-US" dirty="0"/>
          </a:p>
          <a:p>
            <a:r>
              <a:rPr lang="en-US" dirty="0"/>
              <a:t>What is the “break even” point of buying hardware versus utilizing a </a:t>
            </a:r>
            <a:r>
              <a:rPr lang="en-US" dirty="0" err="1"/>
              <a:t>GaaS</a:t>
            </a:r>
            <a:r>
              <a:rPr lang="en-US" dirty="0"/>
              <a:t>.  Specifically, research the monthly cost, and research how much the GPU costs that they utilize.  Determine how many monthly payments (when) they add up to the cost of the GPU.</a:t>
            </a:r>
          </a:p>
          <a:p>
            <a:endParaRPr lang="en-US" dirty="0"/>
          </a:p>
          <a:p>
            <a:endParaRPr lang="en-US" dirty="0"/>
          </a:p>
          <a:p>
            <a:endParaRPr lang="en-US" dirty="0"/>
          </a:p>
        </p:txBody>
      </p:sp>
      <p:sp>
        <p:nvSpPr>
          <p:cNvPr id="8" name="Text Placeholder 7">
            <a:extLst>
              <a:ext uri="{FF2B5EF4-FFF2-40B4-BE49-F238E27FC236}">
                <a16:creationId xmlns:a16="http://schemas.microsoft.com/office/drawing/2014/main" id="{A70E8736-E465-4BD0-96E2-C3F3E71DB193}"/>
              </a:ext>
            </a:extLst>
          </p:cNvPr>
          <p:cNvSpPr>
            <a:spLocks noGrp="1"/>
          </p:cNvSpPr>
          <p:nvPr>
            <p:ph type="body" sz="half" idx="2"/>
          </p:nvPr>
        </p:nvSpPr>
        <p:spPr>
          <a:xfrm>
            <a:off x="1146705" y="2249486"/>
            <a:ext cx="3856037" cy="3541714"/>
          </a:xfrm>
        </p:spPr>
        <p:txBody>
          <a:bodyPr>
            <a:normAutofit/>
          </a:bodyPr>
          <a:lstStyle/>
          <a:p>
            <a:r>
              <a:rPr lang="en-US" dirty="0"/>
              <a:t>Research a Gaming as a Service (</a:t>
            </a:r>
            <a:r>
              <a:rPr lang="en-US" dirty="0" err="1"/>
              <a:t>GaaS</a:t>
            </a:r>
            <a:r>
              <a:rPr lang="en-US" dirty="0"/>
              <a:t>) like Stadia or Nvidia.  Find how they work and details like pricing and what GPUs they utilize. </a:t>
            </a:r>
          </a:p>
          <a:p>
            <a:endParaRPr lang="en-US" dirty="0"/>
          </a:p>
          <a:p>
            <a:endParaRPr lang="en-US" dirty="0"/>
          </a:p>
        </p:txBody>
      </p:sp>
      <p:pic>
        <p:nvPicPr>
          <p:cNvPr id="1028" name="Picture 4" descr="The new Chromecast with Google TV won't officially support Stadia at launch  - The Verge">
            <a:extLst>
              <a:ext uri="{FF2B5EF4-FFF2-40B4-BE49-F238E27FC236}">
                <a16:creationId xmlns:a16="http://schemas.microsoft.com/office/drawing/2014/main" id="{68A6665A-125C-4612-91D1-AF0A2D2FA5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1285" y="3737372"/>
            <a:ext cx="4543926" cy="255310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Nvidia&amp;#39;s &amp;#39;GeForce Now&amp;#39; Cloud Gaming Service Will Hit Android Soon | Beebom">
            <a:extLst>
              <a:ext uri="{FF2B5EF4-FFF2-40B4-BE49-F238E27FC236}">
                <a16:creationId xmlns:a16="http://schemas.microsoft.com/office/drawing/2014/main" id="{9958AD24-E47E-4E4E-ACD8-4C275EA308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87389" y="3737372"/>
            <a:ext cx="3992406" cy="26634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97214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37585827-E64C-4CCB-BCC6-80A5E18FCF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323850"/>
            <a:ext cx="9753600" cy="62103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34D6DC08-EB1E-949A-E419-BCF7C9D4FDA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9B5E4A6-D026-0BE7-FAEF-C44C90B28827}"/>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41562223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61F13B7-3E99-A542-0CFF-8720C2F10882}"/>
              </a:ext>
            </a:extLst>
          </p:cNvPr>
          <p:cNvSpPr>
            <a:spLocks noGrp="1"/>
          </p:cNvSpPr>
          <p:nvPr>
            <p:ph type="title"/>
          </p:nvPr>
        </p:nvSpPr>
        <p:spPr>
          <a:xfrm>
            <a:off x="1141411" y="1419226"/>
            <a:ext cx="9906000" cy="2852737"/>
          </a:xfrm>
        </p:spPr>
        <p:txBody>
          <a:bodyPr vert="horz" lIns="91440" tIns="45720" rIns="91440" bIns="45720" rtlCol="0" anchor="b">
            <a:normAutofit/>
          </a:bodyPr>
          <a:lstStyle/>
          <a:p>
            <a:r>
              <a:rPr lang="en-US"/>
              <a:t>Questions?</a:t>
            </a:r>
          </a:p>
        </p:txBody>
      </p:sp>
      <p:sp>
        <p:nvSpPr>
          <p:cNvPr id="9" name="Text Placeholder 8">
            <a:extLst>
              <a:ext uri="{FF2B5EF4-FFF2-40B4-BE49-F238E27FC236}">
                <a16:creationId xmlns:a16="http://schemas.microsoft.com/office/drawing/2014/main" id="{735D6BCF-ABBF-EFD2-C39E-7008CEE88256}"/>
              </a:ext>
            </a:extLst>
          </p:cNvPr>
          <p:cNvSpPr>
            <a:spLocks noGrp="1"/>
          </p:cNvSpPr>
          <p:nvPr>
            <p:ph type="body" idx="1"/>
          </p:nvPr>
        </p:nvSpPr>
        <p:spPr/>
        <p:txBody>
          <a:bodyPr/>
          <a:lstStyle/>
          <a:p>
            <a:endParaRPr lang="en-US"/>
          </a:p>
        </p:txBody>
      </p:sp>
      <p:sp>
        <p:nvSpPr>
          <p:cNvPr id="4" name="Footer Placeholder 3">
            <a:extLst>
              <a:ext uri="{FF2B5EF4-FFF2-40B4-BE49-F238E27FC236}">
                <a16:creationId xmlns:a16="http://schemas.microsoft.com/office/drawing/2014/main" id="{0CF36792-6E07-3F2C-88DC-6A000772A541}"/>
              </a:ext>
            </a:extLst>
          </p:cNvPr>
          <p:cNvSpPr>
            <a:spLocks noGrp="1"/>
          </p:cNvSpPr>
          <p:nvPr>
            <p:ph type="ftr" sz="quarter" idx="11"/>
          </p:nvPr>
        </p:nvSpPr>
        <p:spPr/>
        <p:txBody>
          <a:bodyPr vert="horz" lIns="91440" tIns="45720" rIns="91440" bIns="45720" rtlCol="0" anchor="ctr">
            <a:normAutofit fontScale="25000" lnSpcReduction="20000"/>
          </a:bodyPr>
          <a:lstStyle/>
          <a:p>
            <a:endParaRPr lang="en-US"/>
          </a:p>
        </p:txBody>
      </p:sp>
      <p:sp>
        <p:nvSpPr>
          <p:cNvPr id="5" name="Slide Number Placeholder 4">
            <a:extLst>
              <a:ext uri="{FF2B5EF4-FFF2-40B4-BE49-F238E27FC236}">
                <a16:creationId xmlns:a16="http://schemas.microsoft.com/office/drawing/2014/main" id="{CC000EAB-047E-F848-E8B0-47CE4E4E9AF0}"/>
              </a:ext>
            </a:extLst>
          </p:cNvPr>
          <p:cNvSpPr>
            <a:spLocks noGrp="1"/>
          </p:cNvSpPr>
          <p:nvPr>
            <p:ph type="sldNum" sz="quarter" idx="12"/>
          </p:nvPr>
        </p:nvSpPr>
        <p:spPr>
          <a:xfrm>
            <a:off x="11210717" y="6629400"/>
            <a:ext cx="442001" cy="228600"/>
          </a:xfrm>
        </p:spPr>
        <p:txBody>
          <a:bodyPr vert="horz" lIns="91440" tIns="45720" rIns="91440" bIns="45720" rtlCol="0" anchor="ctr">
            <a:normAutofit/>
          </a:bodyPr>
          <a:lstStyle/>
          <a:p>
            <a:fld id="{18039B46-FA54-4B70-AC0D-4BB93E2046DD}" type="slidenum">
              <a:rPr lang="en-US" dirty="0"/>
              <a:pPr/>
              <a:t>20</a:t>
            </a:fld>
            <a:endParaRPr lang="en-US" dirty="0"/>
          </a:p>
        </p:txBody>
      </p:sp>
    </p:spTree>
    <p:extLst>
      <p:ext uri="{BB962C8B-B14F-4D97-AF65-F5344CB8AC3E}">
        <p14:creationId xmlns:p14="http://schemas.microsoft.com/office/powerpoint/2010/main" val="2695136482"/>
      </p:ext>
    </p:extLst>
  </p:cSld>
  <p:clrMapOvr>
    <a:masterClrMapping/>
  </p:clrMapOvr>
</p:sld>
</file>

<file path=ppt/theme/theme1.xml><?xml version="1.0" encoding="utf-8"?>
<a:theme xmlns:a="http://schemas.openxmlformats.org/drawingml/2006/main" name="1_US Army 2023 AFC DEVCOM Logo">
  <a:themeElements>
    <a:clrScheme name="US Army Color Palette">
      <a:dk1>
        <a:srgbClr val="000000"/>
      </a:dk1>
      <a:lt1>
        <a:srgbClr val="FFFFFF"/>
      </a:lt1>
      <a:dk2>
        <a:srgbClr val="221F20"/>
      </a:dk2>
      <a:lt2>
        <a:srgbClr val="FFCC01"/>
      </a:lt2>
      <a:accent1>
        <a:srgbClr val="221F20"/>
      </a:accent1>
      <a:accent2>
        <a:srgbClr val="FFCC01"/>
      </a:accent2>
      <a:accent3>
        <a:srgbClr val="727365"/>
      </a:accent3>
      <a:accent4>
        <a:srgbClr val="D5D5D7"/>
      </a:accent4>
      <a:accent5>
        <a:srgbClr val="565557"/>
      </a:accent5>
      <a:accent6>
        <a:srgbClr val="BFB8A6"/>
      </a:accent6>
      <a:hlink>
        <a:srgbClr val="565557"/>
      </a:hlink>
      <a:folHlink>
        <a:srgbClr val="305B6E"/>
      </a:folHlink>
    </a:clrScheme>
    <a:fontScheme name="US Army 2023 Fonts">
      <a:majorFont>
        <a:latin typeface="Arial"/>
        <a:ea typeface=""/>
        <a:cs typeface=""/>
      </a:majorFont>
      <a:minorFont>
        <a:latin typeface="Arial"/>
        <a:ea typeface=""/>
        <a:cs typeface=""/>
      </a:minorFont>
    </a:fontScheme>
    <a:fmtScheme name="US Army 2023 Effects">
      <a:fillStyleLst>
        <a:solidFill>
          <a:schemeClr val="phClr"/>
        </a:solidFill>
        <a:solidFill>
          <a:schemeClr val="phClr"/>
        </a:solidFill>
        <a:solidFill>
          <a:schemeClr val="phClr"/>
        </a:solidFill>
      </a:fillStyleLst>
      <a:lnStyleLst>
        <a:ln w="12700" cap="flat" cmpd="sng" algn="ctr">
          <a:solidFill>
            <a:schemeClr val="phClr"/>
          </a:solidFill>
          <a:prstDash val="solid"/>
        </a:ln>
        <a:ln w="12700" cap="flat" cmpd="sng" algn="ctr">
          <a:solidFill>
            <a:schemeClr val="phClr"/>
          </a:solidFill>
          <a:prstDash val="solid"/>
        </a:ln>
        <a:ln w="12700" cap="flat"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miter/>
        </a:ln>
      </a:spPr>
      <a:bodyPr/>
      <a:lstStyle>
        <a:defPPr algn="ctr">
          <a:lnSpc>
            <a:spcPct val="95000"/>
          </a:lnSpc>
          <a:defRPr sz="1700"/>
        </a:defPPr>
      </a:lstStyle>
      <a:style>
        <a:lnRef idx="0">
          <a:schemeClr val="accent1"/>
        </a:lnRef>
        <a:fillRef idx="1">
          <a:schemeClr val="accent1"/>
        </a:fillRef>
        <a:effectRef idx="0">
          <a:srgbClr val="000000"/>
        </a:effectRef>
        <a:fontRef idx="minor">
          <a:srgbClr val="FFFFFF"/>
        </a:fontRef>
      </a:style>
    </a:spDef>
    <a:lnDef>
      <a:spPr>
        <a:ln w="12700" cap="flat">
          <a:miter/>
        </a:ln>
      </a:spPr>
      <a:bodyPr/>
      <a:lstStyle/>
      <a:style>
        <a:lnRef idx="1">
          <a:schemeClr val="accent1"/>
        </a:lnRef>
        <a:fillRef idx="0">
          <a:schemeClr val="accent1"/>
        </a:fillRef>
        <a:effectRef idx="0">
          <a:srgbClr val="000000"/>
        </a:effectRef>
        <a:fontRef idx="minor">
          <a:srgbClr val="FFFFFF"/>
        </a:fontRef>
      </a:style>
    </a:lnDef>
    <a:txDef>
      <a:spPr>
        <a:noFill/>
      </a:spPr>
      <a:bodyPr wrap="square" lIns="0" tIns="0" rIns="0" bIns="0" rtlCol="0">
        <a:noAutofit/>
      </a:bodyPr>
      <a:lstStyle>
        <a:defPPr marL="182880" indent="-182880">
          <a:lnSpc>
            <a:spcPct val="95000"/>
          </a:lnSpc>
          <a:spcBef>
            <a:spcPts val="1000"/>
          </a:spcBef>
          <a:buSzPct val="100000"/>
          <a:buFont typeface="Arial"/>
          <a:buChar char="▪"/>
          <a:defRPr sz="1700"/>
        </a:defPPr>
      </a:lstStyle>
    </a:txDef>
  </a:objectDefaults>
  <a:extraClrSchemeLst/>
  <a:custClrLst>
    <a:custClr name="Army Black">
      <a:srgbClr val="221F20"/>
    </a:custClr>
    <a:custClr name="Army Gold">
      <a:srgbClr val="FFCC01"/>
    </a:custClr>
    <a:custClr name="White">
      <a:srgbClr val="FFFFFF"/>
    </a:custClr>
    <a:custClr name="Army Green">
      <a:srgbClr val="2F372F"/>
    </a:custClr>
    <a:custClr name="Tan">
      <a:srgbClr val="F1E4C7"/>
    </a:custClr>
    <a:custClr name="Field 01">
      <a:srgbClr val="727365"/>
    </a:custClr>
    <a:custClr name="Field 02">
      <a:srgbClr val="BFB8A6"/>
    </a:custClr>
    <a:custClr name="Gray 01">
      <a:srgbClr val="565557"/>
    </a:custClr>
    <a:custClr name="Gray 02">
      <a:srgbClr val="D5D5D7"/>
    </a:custClr>
    <a:custClr name="Highlight Orange">
      <a:srgbClr val="F16521"/>
    </a:custClr>
    <a:custClr name="Highlight Green">
      <a:srgbClr val="2DAA27"/>
    </a:custClr>
    <a:custClr name="Highlight Red">
      <a:srgbClr val="CF0000"/>
    </a:custClr>
  </a:custClrLst>
  <a:extLst>
    <a:ext uri="{05A4C25C-085E-4340-85A3-A5531E510DB2}">
      <thm15:themeFamily xmlns:thm15="http://schemas.microsoft.com/office/thememl/2012/main" name="US Army PowerPoint 16x9 12Feb2023" id="{3EB2FCAD-453B-4F97-9379-31EB449BB4A1}" vid="{CCBAEC26-5D3F-44DD-9C13-DB69982D462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0d21ce45-ac74-4917-b707-0621347fb97b" xsi:nil="true"/>
    <lcf76f155ced4ddcb4097134ff3c332f xmlns="84f26b50-9c23-4a46-98fb-ee8fb2c6a919">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91F6B10415C8C49BA03E9B44330F302" ma:contentTypeVersion="18" ma:contentTypeDescription="Create a new document." ma:contentTypeScope="" ma:versionID="39fd3ff69422599b0a0e37edcdb2c498">
  <xsd:schema xmlns:xsd="http://www.w3.org/2001/XMLSchema" xmlns:xs="http://www.w3.org/2001/XMLSchema" xmlns:p="http://schemas.microsoft.com/office/2006/metadata/properties" xmlns:ns2="84f26b50-9c23-4a46-98fb-ee8fb2c6a919" xmlns:ns3="0d21ce45-ac74-4917-b707-0621347fb97b" targetNamespace="http://schemas.microsoft.com/office/2006/metadata/properties" ma:root="true" ma:fieldsID="ab4638aea107b8700b08b40af08ec700" ns2:_="" ns3:_="">
    <xsd:import namespace="84f26b50-9c23-4a46-98fb-ee8fb2c6a919"/>
    <xsd:import namespace="0d21ce45-ac74-4917-b707-0621347fb97b"/>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4f26b50-9c23-4a46-98fb-ee8fb2c6a91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b362c7eb-5c45-4d0a-8479-4b30401fcacf"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d21ce45-ac74-4917-b707-0621347fb97b"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e186bd2b-67a1-4d01-afd5-2aee65720696}" ma:internalName="TaxCatchAll" ma:showField="CatchAllData" ma:web="0d21ce45-ac74-4917-b707-0621347fb97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25DFCD1-75F9-4820-8196-CAB5785F0AD6}">
  <ds:schemaRefs>
    <ds:schemaRef ds:uri="http://schemas.microsoft.com/office/2006/metadata/properties"/>
    <ds:schemaRef ds:uri="http://schemas.microsoft.com/office/infopath/2007/PartnerControls"/>
    <ds:schemaRef ds:uri="0d21ce45-ac74-4917-b707-0621347fb97b"/>
    <ds:schemaRef ds:uri="84f26b50-9c23-4a46-98fb-ee8fb2c6a919"/>
  </ds:schemaRefs>
</ds:datastoreItem>
</file>

<file path=customXml/itemProps2.xml><?xml version="1.0" encoding="utf-8"?>
<ds:datastoreItem xmlns:ds="http://schemas.openxmlformats.org/officeDocument/2006/customXml" ds:itemID="{E6F53F2E-D1D4-4294-BE46-87784CAEBAD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4f26b50-9c23-4a46-98fb-ee8fb2c6a919"/>
    <ds:schemaRef ds:uri="0d21ce45-ac74-4917-b707-0621347fb97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16AD29F-8D1D-43FF-9A0F-47286C160A3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AI2C Slide Template</Template>
  <TotalTime>5924</TotalTime>
  <Words>1356</Words>
  <Application>Microsoft Office PowerPoint</Application>
  <PresentationFormat>Widescreen</PresentationFormat>
  <Paragraphs>143</Paragraphs>
  <Slides>20</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Arial Bold</vt:lpstr>
      <vt:lpstr>Calibri</vt:lpstr>
      <vt:lpstr>Georgia</vt:lpstr>
      <vt:lpstr>Play</vt:lpstr>
      <vt:lpstr>1_US Army 2023 AFC DEVCOM Logo</vt:lpstr>
      <vt:lpstr>CLOUD COMPUTING: *-AS-A-SERVICE</vt:lpstr>
      <vt:lpstr>Lesson Objectives</vt:lpstr>
      <vt:lpstr>Infrastructure as a Service</vt:lpstr>
      <vt:lpstr>Infrastructure as a Service</vt:lpstr>
      <vt:lpstr>IaaS:  Where to begin?</vt:lpstr>
      <vt:lpstr>In Class Scenario #1</vt:lpstr>
      <vt:lpstr>In Class Scenario #2</vt:lpstr>
      <vt:lpstr>Platform as a Service</vt:lpstr>
      <vt:lpstr>Platform as a Service</vt:lpstr>
      <vt:lpstr>PaaS Considerations</vt:lpstr>
      <vt:lpstr>Example Web Applications that can be deployed to PaaS</vt:lpstr>
      <vt:lpstr>In Class Scenario #3</vt:lpstr>
      <vt:lpstr>In Class Scenario #4</vt:lpstr>
      <vt:lpstr>Software as a Service</vt:lpstr>
      <vt:lpstr>Software as a Service</vt:lpstr>
      <vt:lpstr>SaaS Considerations</vt:lpstr>
      <vt:lpstr>In Class Scenario #5</vt:lpstr>
      <vt:lpstr>In Class Scenario #6</vt:lpstr>
      <vt:lpstr>PowerPoint Presentation</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CY394: Cloud Computing</dc:title>
  <dc:creator>Shafer, Ethan H CPT</dc:creator>
  <cp:lastModifiedBy>Ethan Shafer</cp:lastModifiedBy>
  <cp:revision>56</cp:revision>
  <dcterms:created xsi:type="dcterms:W3CDTF">2023-12-08T14:08:16Z</dcterms:created>
  <dcterms:modified xsi:type="dcterms:W3CDTF">2026-06-08T20:12:22Z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0x010100191F6B10415C8C49BA03E9B44330F302</vt:lpwstr>
  </property>
  <property fmtid="{D5CDD505-2E9C-101B-9397-08002B2CF9AE}" pid="3" name="MediaServiceImageTags">
    <vt:lpwstr/>
  </property>
</Properties>
</file>