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4" r:id="rId1"/>
  </p:sldMasterIdLst>
  <p:notesMasterIdLst>
    <p:notesMasterId r:id="rId28"/>
  </p:notesMasterIdLst>
  <p:sldIdLst>
    <p:sldId id="256" r:id="rId2"/>
    <p:sldId id="257" r:id="rId3"/>
    <p:sldId id="281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29"/>
      <p:bold r:id="rId30"/>
      <p:italic r:id="rId31"/>
      <p:boldItalic r:id="rId32"/>
    </p:embeddedFont>
    <p:embeddedFont>
      <p:font typeface="Roboto" panose="02000000000000000000" pitchFamily="2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B9063A8-BC75-44AB-A561-BE0A82F3F6A3}">
  <a:tblStyle styleId="{5B9063A8-BC75-44AB-A561-BE0A82F3F6A3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8638" autoAdjust="0"/>
  </p:normalViewPr>
  <p:slideViewPr>
    <p:cSldViewPr snapToGrid="0">
      <p:cViewPr varScale="1">
        <p:scale>
          <a:sx n="153" d="100"/>
          <a:sy n="153" d="100"/>
        </p:scale>
        <p:origin x="80" y="2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5" name="Google Shape;37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80" name="Google Shape;38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5" name="Google Shape;38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91" name="Google Shape;39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7" name="Google Shape;39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3" name="Google Shape;40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9" name="Google Shape;40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5" name="Google Shape;41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1" name="Google Shape;42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700"/>
              <a:buFont typeface="Roboto"/>
              <a:buChar char="●"/>
            </a:pPr>
            <a:r>
              <a:rPr lang="en" sz="17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Remember:</a:t>
            </a:r>
            <a:endParaRPr sz="17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700"/>
              <a:buFont typeface="Roboto"/>
              <a:buChar char="○"/>
            </a:pPr>
            <a:r>
              <a:rPr lang="en" sz="17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Defining a function</a:t>
            </a:r>
            <a:endParaRPr sz="17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700"/>
              <a:buFont typeface="Roboto"/>
              <a:buChar char="○"/>
            </a:pPr>
            <a:r>
              <a:rPr lang="en" sz="17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If-elif-else</a:t>
            </a:r>
            <a:endParaRPr sz="17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700"/>
              <a:buFont typeface="Roboto"/>
              <a:buChar char="○"/>
            </a:pPr>
            <a:r>
              <a:rPr lang="en" sz="17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Comparison operators</a:t>
            </a:r>
            <a:endParaRPr sz="17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700"/>
              <a:buFont typeface="Roboto"/>
              <a:buChar char="○"/>
            </a:pPr>
            <a:r>
              <a:rPr lang="en" sz="17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Early exits</a:t>
            </a:r>
            <a:endParaRPr sz="17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7" name="Google Shape;42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3" name="Google Shape;43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9" name="Google Shape;43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5" name="Google Shape;44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1" name="Google Shape;45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7" name="Google Shape;457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3" name="Google Shape;463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You will need nested loops.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The outer loop controls the number of lines.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The inner loop prints 1 2 3 on each line.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5" name="Google Shape;475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1" name="Google Shape;481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6" name="Google Shape;486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2" name="Google Shape;492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8" name="Google Shape;498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4" name="Google Shape;504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0" name="Google Shape;510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6" name="Google Shape;516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>
            <a:spLocks noGrp="1"/>
          </p:cNvSpPr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1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bg>
      <p:bgPr>
        <a:solidFill>
          <a:srgbClr val="221F20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410766" y="3850148"/>
            <a:ext cx="1001676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body" idx="2"/>
          </p:nvPr>
        </p:nvSpPr>
        <p:spPr>
          <a:xfrm>
            <a:off x="410766" y="3714554"/>
            <a:ext cx="1001676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3"/>
          </p:nvPr>
        </p:nvSpPr>
        <p:spPr>
          <a:xfrm>
            <a:off x="410766" y="3985742"/>
            <a:ext cx="1001676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body" idx="4"/>
          </p:nvPr>
        </p:nvSpPr>
        <p:spPr>
          <a:xfrm>
            <a:off x="410766" y="4121336"/>
            <a:ext cx="1001676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5"/>
          </p:nvPr>
        </p:nvSpPr>
        <p:spPr>
          <a:xfrm>
            <a:off x="410766" y="4256930"/>
            <a:ext cx="1001676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body" idx="6"/>
          </p:nvPr>
        </p:nvSpPr>
        <p:spPr>
          <a:xfrm>
            <a:off x="1485900" y="3850148"/>
            <a:ext cx="2343701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body" idx="7"/>
          </p:nvPr>
        </p:nvSpPr>
        <p:spPr>
          <a:xfrm>
            <a:off x="1485900" y="3714554"/>
            <a:ext cx="2343701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body" idx="8"/>
          </p:nvPr>
        </p:nvSpPr>
        <p:spPr>
          <a:xfrm>
            <a:off x="1485900" y="3985742"/>
            <a:ext cx="2343701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body" idx="9"/>
          </p:nvPr>
        </p:nvSpPr>
        <p:spPr>
          <a:xfrm>
            <a:off x="1485900" y="4121336"/>
            <a:ext cx="2343701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body" idx="13"/>
          </p:nvPr>
        </p:nvSpPr>
        <p:spPr>
          <a:xfrm>
            <a:off x="1485900" y="4256930"/>
            <a:ext cx="2343701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pic>
        <p:nvPicPr>
          <p:cNvPr id="31" name="Google Shape;31;p3" descr="U.S. Army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3674" y="84473"/>
            <a:ext cx="2434590" cy="919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" name="Google Shape;33;p3"/>
          <p:cNvGrpSpPr/>
          <p:nvPr/>
        </p:nvGrpSpPr>
        <p:grpSpPr>
          <a:xfrm>
            <a:off x="411164" y="1480665"/>
            <a:ext cx="5380036" cy="1783080"/>
            <a:chOff x="411163" y="2240280"/>
            <a:chExt cx="6446837" cy="2377440"/>
          </a:xfrm>
        </p:grpSpPr>
        <p:sp>
          <p:nvSpPr>
            <p:cNvPr id="34" name="Google Shape;34;p3"/>
            <p:cNvSpPr/>
            <p:nvPr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 cmpd="sng">
              <a:solidFill>
                <a:srgbClr val="FFCC0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5" name="Google Shape;35;p3"/>
            <p:cNvCxnSpPr/>
            <p:nvPr/>
          </p:nvCxnSpPr>
          <p:spPr>
            <a:xfrm>
              <a:off x="411163" y="3931920"/>
              <a:ext cx="6446837" cy="0"/>
            </a:xfrm>
            <a:prstGeom prst="straightConnector1">
              <a:avLst/>
            </a:prstGeom>
            <a:noFill/>
            <a:ln w="19050" cap="flat" cmpd="sng">
              <a:solidFill>
                <a:srgbClr val="FFCC0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6" name="Google Shape;36;p3"/>
            <p:cNvCxnSpPr/>
            <p:nvPr/>
          </p:nvCxnSpPr>
          <p:spPr>
            <a:xfrm>
              <a:off x="4274795" y="3931920"/>
              <a:ext cx="0" cy="685800"/>
            </a:xfrm>
            <a:prstGeom prst="straightConnector1">
              <a:avLst/>
            </a:prstGeom>
            <a:noFill/>
            <a:ln w="19050" cap="flat" cmpd="sng">
              <a:solidFill>
                <a:srgbClr val="FFCC0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7" name="Google Shape;37;p3"/>
          <p:cNvSpPr txBox="1">
            <a:spLocks noGrp="1"/>
          </p:cNvSpPr>
          <p:nvPr>
            <p:ph type="ctrTitle"/>
          </p:nvPr>
        </p:nvSpPr>
        <p:spPr>
          <a:xfrm>
            <a:off x="685801" y="1652115"/>
            <a:ext cx="4822031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"/>
          <p:cNvSpPr txBox="1">
            <a:spLocks noGrp="1"/>
          </p:cNvSpPr>
          <p:nvPr>
            <p:ph type="subTitle" idx="14"/>
          </p:nvPr>
        </p:nvSpPr>
        <p:spPr>
          <a:xfrm>
            <a:off x="685801" y="2838549"/>
            <a:ext cx="267414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3"/>
          <p:cNvSpPr txBox="1">
            <a:spLocks noGrp="1"/>
          </p:cNvSpPr>
          <p:nvPr>
            <p:ph type="body" idx="15"/>
          </p:nvPr>
        </p:nvSpPr>
        <p:spPr>
          <a:xfrm>
            <a:off x="3909060" y="2838549"/>
            <a:ext cx="1598771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1pPr>
            <a:lvl2pPr marL="914400" lvl="1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2pPr>
            <a:lvl3pPr marL="1371600" lvl="2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3pPr>
            <a:lvl4pPr marL="1828800" lvl="3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4pPr>
            <a:lvl5pPr marL="2286000" lvl="4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5pPr>
            <a:lvl6pPr marL="2743200" lvl="5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6pPr>
            <a:lvl7pPr marL="3200400" lvl="6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7pPr>
            <a:lvl8pPr marL="3657600" lvl="7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8pPr>
            <a:lvl9pPr marL="4114800" lvl="8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3"/>
          <p:cNvSpPr/>
          <p:nvPr/>
        </p:nvSpPr>
        <p:spPr>
          <a:xfrm>
            <a:off x="1040130" y="0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rgbClr val="2DAA27"/>
                </a:solidFill>
                <a:latin typeface="Arial"/>
                <a:ea typeface="Arial"/>
                <a:cs typeface="Arial"/>
                <a:sym typeface="Arial"/>
              </a:rPr>
              <a:t>UNCLASSIFIED / GENERAL</a:t>
            </a:r>
            <a:endParaRPr/>
          </a:p>
        </p:txBody>
      </p:sp>
      <p:sp>
        <p:nvSpPr>
          <p:cNvPr id="41" name="Google Shape;41;p3"/>
          <p:cNvSpPr/>
          <p:nvPr/>
        </p:nvSpPr>
        <p:spPr>
          <a:xfrm>
            <a:off x="1040130" y="4970376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rgbClr val="2DAA27"/>
                </a:solidFill>
                <a:latin typeface="Arial"/>
                <a:ea typeface="Arial"/>
                <a:cs typeface="Arial"/>
                <a:sym typeface="Arial"/>
              </a:rPr>
              <a:t>UNCLASSIFIED / GENERAL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- White">
  <p:cSld name="Title Slide - White">
    <p:bg>
      <p:bgPr>
        <a:solidFill>
          <a:schemeClr val="lt1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4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5" name="Google Shape;45;p4" descr="U.S. Army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35668" y="78731"/>
            <a:ext cx="2434590" cy="919356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410766" y="3850148"/>
            <a:ext cx="1001676" cy="10387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body" idx="2"/>
          </p:nvPr>
        </p:nvSpPr>
        <p:spPr>
          <a:xfrm>
            <a:off x="410766" y="3714554"/>
            <a:ext cx="1001676" cy="10387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48" name="Google Shape;48;p4"/>
          <p:cNvSpPr txBox="1">
            <a:spLocks noGrp="1"/>
          </p:cNvSpPr>
          <p:nvPr>
            <p:ph type="body" idx="3"/>
          </p:nvPr>
        </p:nvSpPr>
        <p:spPr>
          <a:xfrm>
            <a:off x="410766" y="3985742"/>
            <a:ext cx="1001676" cy="10387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49" name="Google Shape;49;p4"/>
          <p:cNvSpPr txBox="1">
            <a:spLocks noGrp="1"/>
          </p:cNvSpPr>
          <p:nvPr>
            <p:ph type="body" idx="4"/>
          </p:nvPr>
        </p:nvSpPr>
        <p:spPr>
          <a:xfrm>
            <a:off x="410766" y="4121336"/>
            <a:ext cx="1001676" cy="10387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50" name="Google Shape;50;p4"/>
          <p:cNvSpPr txBox="1">
            <a:spLocks noGrp="1"/>
          </p:cNvSpPr>
          <p:nvPr>
            <p:ph type="body" idx="5"/>
          </p:nvPr>
        </p:nvSpPr>
        <p:spPr>
          <a:xfrm>
            <a:off x="410766" y="4256930"/>
            <a:ext cx="1001676" cy="10387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51" name="Google Shape;51;p4"/>
          <p:cNvSpPr txBox="1">
            <a:spLocks noGrp="1"/>
          </p:cNvSpPr>
          <p:nvPr>
            <p:ph type="body" idx="6"/>
          </p:nvPr>
        </p:nvSpPr>
        <p:spPr>
          <a:xfrm>
            <a:off x="1485900" y="3850148"/>
            <a:ext cx="2343701" cy="10387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52" name="Google Shape;52;p4"/>
          <p:cNvSpPr txBox="1">
            <a:spLocks noGrp="1"/>
          </p:cNvSpPr>
          <p:nvPr>
            <p:ph type="body" idx="7"/>
          </p:nvPr>
        </p:nvSpPr>
        <p:spPr>
          <a:xfrm>
            <a:off x="1485900" y="3714554"/>
            <a:ext cx="2343701" cy="10387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53" name="Google Shape;53;p4"/>
          <p:cNvSpPr txBox="1">
            <a:spLocks noGrp="1"/>
          </p:cNvSpPr>
          <p:nvPr>
            <p:ph type="body" idx="8"/>
          </p:nvPr>
        </p:nvSpPr>
        <p:spPr>
          <a:xfrm>
            <a:off x="1485900" y="3985742"/>
            <a:ext cx="2343701" cy="10387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54" name="Google Shape;54;p4"/>
          <p:cNvSpPr txBox="1">
            <a:spLocks noGrp="1"/>
          </p:cNvSpPr>
          <p:nvPr>
            <p:ph type="body" idx="9"/>
          </p:nvPr>
        </p:nvSpPr>
        <p:spPr>
          <a:xfrm>
            <a:off x="1485900" y="4121336"/>
            <a:ext cx="2343701" cy="10387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55" name="Google Shape;55;p4"/>
          <p:cNvSpPr txBox="1">
            <a:spLocks noGrp="1"/>
          </p:cNvSpPr>
          <p:nvPr>
            <p:ph type="body" idx="13"/>
          </p:nvPr>
        </p:nvSpPr>
        <p:spPr>
          <a:xfrm>
            <a:off x="1485900" y="4256930"/>
            <a:ext cx="2343701" cy="10387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grpSp>
        <p:nvGrpSpPr>
          <p:cNvPr id="56" name="Google Shape;56;p4"/>
          <p:cNvGrpSpPr/>
          <p:nvPr/>
        </p:nvGrpSpPr>
        <p:grpSpPr>
          <a:xfrm>
            <a:off x="411164" y="1480665"/>
            <a:ext cx="5380037" cy="1783080"/>
            <a:chOff x="411163" y="2240280"/>
            <a:chExt cx="6446837" cy="2377440"/>
          </a:xfrm>
        </p:grpSpPr>
        <p:sp>
          <p:nvSpPr>
            <p:cNvPr id="57" name="Google Shape;57;p4"/>
            <p:cNvSpPr/>
            <p:nvPr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 cmpd="sng">
              <a:solidFill>
                <a:srgbClr val="221F2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8" name="Google Shape;58;p4"/>
            <p:cNvCxnSpPr/>
            <p:nvPr/>
          </p:nvCxnSpPr>
          <p:spPr>
            <a:xfrm>
              <a:off x="411163" y="3931920"/>
              <a:ext cx="6446837" cy="0"/>
            </a:xfrm>
            <a:prstGeom prst="straightConnector1">
              <a:avLst/>
            </a:prstGeom>
            <a:noFill/>
            <a:ln w="19050" cap="flat" cmpd="sng">
              <a:solidFill>
                <a:srgbClr val="221F2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9" name="Google Shape;59;p4"/>
            <p:cNvCxnSpPr/>
            <p:nvPr/>
          </p:nvCxnSpPr>
          <p:spPr>
            <a:xfrm>
              <a:off x="4272796" y="3931920"/>
              <a:ext cx="0" cy="685800"/>
            </a:xfrm>
            <a:prstGeom prst="straightConnector1">
              <a:avLst/>
            </a:prstGeom>
            <a:noFill/>
            <a:ln w="19050" cap="flat" cmpd="sng">
              <a:solidFill>
                <a:srgbClr val="221F2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60" name="Google Shape;60;p4"/>
          <p:cNvSpPr txBox="1">
            <a:spLocks noGrp="1"/>
          </p:cNvSpPr>
          <p:nvPr>
            <p:ph type="ctrTitle"/>
          </p:nvPr>
        </p:nvSpPr>
        <p:spPr>
          <a:xfrm>
            <a:off x="685800" y="1652115"/>
            <a:ext cx="4822031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4"/>
          <p:cNvSpPr txBox="1">
            <a:spLocks noGrp="1"/>
          </p:cNvSpPr>
          <p:nvPr>
            <p:ph type="subTitle" idx="14"/>
          </p:nvPr>
        </p:nvSpPr>
        <p:spPr>
          <a:xfrm>
            <a:off x="685800" y="2838549"/>
            <a:ext cx="2674144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 b="1">
                <a:solidFill>
                  <a:schemeClr val="dk2"/>
                </a:solidFill>
              </a:defRPr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 b="1">
                <a:solidFill>
                  <a:schemeClr val="dk2"/>
                </a:solidFill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 b="1">
                <a:solidFill>
                  <a:schemeClr val="dk2"/>
                </a:solidFill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 b="1">
                <a:solidFill>
                  <a:schemeClr val="dk2"/>
                </a:solidFill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 b="1">
                <a:solidFill>
                  <a:schemeClr val="dk2"/>
                </a:solidFill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 b="1">
                <a:solidFill>
                  <a:schemeClr val="dk2"/>
                </a:solidFill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 b="1">
                <a:solidFill>
                  <a:schemeClr val="dk2"/>
                </a:solidFill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 b="1">
                <a:solidFill>
                  <a:schemeClr val="dk2"/>
                </a:solidFill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 b="1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2" name="Google Shape;62;p4"/>
          <p:cNvSpPr txBox="1">
            <a:spLocks noGrp="1"/>
          </p:cNvSpPr>
          <p:nvPr>
            <p:ph type="body" idx="15"/>
          </p:nvPr>
        </p:nvSpPr>
        <p:spPr>
          <a:xfrm>
            <a:off x="3909060" y="2838549"/>
            <a:ext cx="1598771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None/>
              <a:defRPr sz="1050" b="1" cap="none">
                <a:solidFill>
                  <a:schemeClr val="dk2"/>
                </a:solidFill>
              </a:defRPr>
            </a:lvl1pPr>
            <a:lvl2pPr marL="914400" lvl="1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None/>
              <a:defRPr sz="1050" b="1" cap="none">
                <a:solidFill>
                  <a:schemeClr val="dk2"/>
                </a:solidFill>
              </a:defRPr>
            </a:lvl2pPr>
            <a:lvl3pPr marL="1371600" lvl="2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None/>
              <a:defRPr sz="1050" b="1" cap="none">
                <a:solidFill>
                  <a:schemeClr val="dk2"/>
                </a:solidFill>
              </a:defRPr>
            </a:lvl3pPr>
            <a:lvl4pPr marL="1828800" lvl="3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None/>
              <a:defRPr sz="1050" b="1" cap="none">
                <a:solidFill>
                  <a:schemeClr val="dk2"/>
                </a:solidFill>
              </a:defRPr>
            </a:lvl4pPr>
            <a:lvl5pPr marL="2286000" lvl="4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None/>
              <a:defRPr sz="1050" b="1" cap="none">
                <a:solidFill>
                  <a:schemeClr val="dk2"/>
                </a:solidFill>
              </a:defRPr>
            </a:lvl5pPr>
            <a:lvl6pPr marL="2743200" lvl="5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None/>
              <a:defRPr sz="1050" b="1" cap="none">
                <a:solidFill>
                  <a:schemeClr val="dk2"/>
                </a:solidFill>
              </a:defRPr>
            </a:lvl6pPr>
            <a:lvl7pPr marL="3200400" lvl="6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None/>
              <a:defRPr sz="1050" b="1" cap="none">
                <a:solidFill>
                  <a:schemeClr val="dk2"/>
                </a:solidFill>
              </a:defRPr>
            </a:lvl7pPr>
            <a:lvl8pPr marL="3657600" lvl="7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None/>
              <a:defRPr sz="1050" b="1" cap="none">
                <a:solidFill>
                  <a:schemeClr val="dk2"/>
                </a:solidFill>
              </a:defRPr>
            </a:lvl8pPr>
            <a:lvl9pPr marL="4114800" lvl="8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Arial"/>
              <a:buNone/>
              <a:defRPr sz="1050" b="1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- Image">
  <p:cSld name="Title Slide - Imag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5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6" name="Google Shape;66;p5" descr="U.S. Army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3674" y="84473"/>
            <a:ext cx="2434590" cy="919356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5"/>
          <p:cNvSpPr txBox="1">
            <a:spLocks noGrp="1"/>
          </p:cNvSpPr>
          <p:nvPr>
            <p:ph type="body" idx="1"/>
          </p:nvPr>
        </p:nvSpPr>
        <p:spPr>
          <a:xfrm>
            <a:off x="410766" y="3850148"/>
            <a:ext cx="1001676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68" name="Google Shape;68;p5"/>
          <p:cNvSpPr txBox="1">
            <a:spLocks noGrp="1"/>
          </p:cNvSpPr>
          <p:nvPr>
            <p:ph type="body" idx="2"/>
          </p:nvPr>
        </p:nvSpPr>
        <p:spPr>
          <a:xfrm>
            <a:off x="410766" y="3714554"/>
            <a:ext cx="1001676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69" name="Google Shape;69;p5"/>
          <p:cNvSpPr txBox="1">
            <a:spLocks noGrp="1"/>
          </p:cNvSpPr>
          <p:nvPr>
            <p:ph type="body" idx="3"/>
          </p:nvPr>
        </p:nvSpPr>
        <p:spPr>
          <a:xfrm>
            <a:off x="410766" y="3985742"/>
            <a:ext cx="1001676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70" name="Google Shape;70;p5"/>
          <p:cNvSpPr txBox="1">
            <a:spLocks noGrp="1"/>
          </p:cNvSpPr>
          <p:nvPr>
            <p:ph type="body" idx="4"/>
          </p:nvPr>
        </p:nvSpPr>
        <p:spPr>
          <a:xfrm>
            <a:off x="410766" y="4121336"/>
            <a:ext cx="1001676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71" name="Google Shape;71;p5"/>
          <p:cNvSpPr txBox="1">
            <a:spLocks noGrp="1"/>
          </p:cNvSpPr>
          <p:nvPr>
            <p:ph type="body" idx="5"/>
          </p:nvPr>
        </p:nvSpPr>
        <p:spPr>
          <a:xfrm>
            <a:off x="410766" y="4256930"/>
            <a:ext cx="1001676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72" name="Google Shape;72;p5"/>
          <p:cNvSpPr txBox="1">
            <a:spLocks noGrp="1"/>
          </p:cNvSpPr>
          <p:nvPr>
            <p:ph type="body" idx="6"/>
          </p:nvPr>
        </p:nvSpPr>
        <p:spPr>
          <a:xfrm>
            <a:off x="1485900" y="3850148"/>
            <a:ext cx="2343701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73" name="Google Shape;73;p5"/>
          <p:cNvSpPr txBox="1">
            <a:spLocks noGrp="1"/>
          </p:cNvSpPr>
          <p:nvPr>
            <p:ph type="body" idx="7"/>
          </p:nvPr>
        </p:nvSpPr>
        <p:spPr>
          <a:xfrm>
            <a:off x="1485900" y="3714554"/>
            <a:ext cx="2343701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74" name="Google Shape;74;p5"/>
          <p:cNvSpPr txBox="1">
            <a:spLocks noGrp="1"/>
          </p:cNvSpPr>
          <p:nvPr>
            <p:ph type="body" idx="8"/>
          </p:nvPr>
        </p:nvSpPr>
        <p:spPr>
          <a:xfrm>
            <a:off x="1485900" y="3985742"/>
            <a:ext cx="2343701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75" name="Google Shape;75;p5"/>
          <p:cNvSpPr txBox="1">
            <a:spLocks noGrp="1"/>
          </p:cNvSpPr>
          <p:nvPr>
            <p:ph type="body" idx="9"/>
          </p:nvPr>
        </p:nvSpPr>
        <p:spPr>
          <a:xfrm>
            <a:off x="1485900" y="4121336"/>
            <a:ext cx="2343701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76" name="Google Shape;76;p5"/>
          <p:cNvSpPr txBox="1">
            <a:spLocks noGrp="1"/>
          </p:cNvSpPr>
          <p:nvPr>
            <p:ph type="body" idx="13"/>
          </p:nvPr>
        </p:nvSpPr>
        <p:spPr>
          <a:xfrm>
            <a:off x="1485900" y="4256930"/>
            <a:ext cx="2343701" cy="103874"/>
          </a:xfrm>
          <a:prstGeom prst="rect">
            <a:avLst/>
          </a:prstGeom>
          <a:solidFill>
            <a:schemeClr val="lt1">
              <a:alpha val="92941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36575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grpSp>
        <p:nvGrpSpPr>
          <p:cNvPr id="77" name="Google Shape;77;p5"/>
          <p:cNvGrpSpPr/>
          <p:nvPr/>
        </p:nvGrpSpPr>
        <p:grpSpPr>
          <a:xfrm>
            <a:off x="411164" y="1480665"/>
            <a:ext cx="5380036" cy="1783080"/>
            <a:chOff x="411163" y="2240280"/>
            <a:chExt cx="6446837" cy="2377440"/>
          </a:xfrm>
        </p:grpSpPr>
        <p:sp>
          <p:nvSpPr>
            <p:cNvPr id="78" name="Google Shape;78;p5"/>
            <p:cNvSpPr/>
            <p:nvPr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 cmpd="sng">
              <a:solidFill>
                <a:srgbClr val="FFCC0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9" name="Google Shape;79;p5"/>
            <p:cNvCxnSpPr/>
            <p:nvPr/>
          </p:nvCxnSpPr>
          <p:spPr>
            <a:xfrm>
              <a:off x="411163" y="3931920"/>
              <a:ext cx="6446837" cy="0"/>
            </a:xfrm>
            <a:prstGeom prst="straightConnector1">
              <a:avLst/>
            </a:prstGeom>
            <a:noFill/>
            <a:ln w="19050" cap="flat" cmpd="sng">
              <a:solidFill>
                <a:srgbClr val="FFCC0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0" name="Google Shape;80;p5"/>
            <p:cNvCxnSpPr/>
            <p:nvPr/>
          </p:nvCxnSpPr>
          <p:spPr>
            <a:xfrm>
              <a:off x="4274795" y="3931920"/>
              <a:ext cx="0" cy="685800"/>
            </a:xfrm>
            <a:prstGeom prst="straightConnector1">
              <a:avLst/>
            </a:prstGeom>
            <a:noFill/>
            <a:ln w="19050" cap="flat" cmpd="sng">
              <a:solidFill>
                <a:srgbClr val="FFCC0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81" name="Google Shape;81;p5"/>
          <p:cNvSpPr txBox="1">
            <a:spLocks noGrp="1"/>
          </p:cNvSpPr>
          <p:nvPr>
            <p:ph type="ctrTitle"/>
          </p:nvPr>
        </p:nvSpPr>
        <p:spPr>
          <a:xfrm>
            <a:off x="685801" y="1652115"/>
            <a:ext cx="4822031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5"/>
          <p:cNvSpPr txBox="1">
            <a:spLocks noGrp="1"/>
          </p:cNvSpPr>
          <p:nvPr>
            <p:ph type="subTitle" idx="14"/>
          </p:nvPr>
        </p:nvSpPr>
        <p:spPr>
          <a:xfrm>
            <a:off x="685801" y="2838549"/>
            <a:ext cx="267414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sz="900" b="1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p5"/>
          <p:cNvSpPr txBox="1">
            <a:spLocks noGrp="1"/>
          </p:cNvSpPr>
          <p:nvPr>
            <p:ph type="body" idx="15"/>
          </p:nvPr>
        </p:nvSpPr>
        <p:spPr>
          <a:xfrm>
            <a:off x="3909060" y="2838549"/>
            <a:ext cx="1598771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1pPr>
            <a:lvl2pPr marL="914400" lvl="1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2pPr>
            <a:lvl3pPr marL="1371600" lvl="2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3pPr>
            <a:lvl4pPr marL="1828800" lvl="3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4pPr>
            <a:lvl5pPr marL="2286000" lvl="4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5pPr>
            <a:lvl6pPr marL="2743200" lvl="5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6pPr>
            <a:lvl7pPr marL="3200400" lvl="6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7pPr>
            <a:lvl8pPr marL="3657600" lvl="7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8pPr>
            <a:lvl9pPr marL="4114800" lvl="8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None/>
              <a:defRPr sz="1050" b="1" cap="none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pic>
        <p:nvPicPr>
          <p:cNvPr id="84" name="Google Shape;84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5"/>
          <p:cNvSpPr/>
          <p:nvPr/>
        </p:nvSpPr>
        <p:spPr>
          <a:xfrm>
            <a:off x="1040130" y="4970376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rgbClr val="2DAA27"/>
                </a:solidFill>
                <a:latin typeface="Arial"/>
                <a:ea typeface="Arial"/>
                <a:cs typeface="Arial"/>
                <a:sym typeface="Arial"/>
              </a:rPr>
              <a:t>UNCLASSIFIED / GENERAL</a:t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1040130" y="0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rgbClr val="2DAA27"/>
                </a:solidFill>
                <a:latin typeface="Arial"/>
                <a:ea typeface="Arial"/>
                <a:cs typeface="Arial"/>
                <a:sym typeface="Arial"/>
              </a:rPr>
              <a:t>UNCLASSIFIED / GENERAL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6"/>
          <p:cNvSpPr txBox="1">
            <a:spLocks noGrp="1"/>
          </p:cNvSpPr>
          <p:nvPr>
            <p:ph type="body" idx="1"/>
          </p:nvPr>
        </p:nvSpPr>
        <p:spPr>
          <a:xfrm>
            <a:off x="411480" y="1200149"/>
            <a:ext cx="5096352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marL="914400" lvl="1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marL="1828800" lvl="3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90" name="Google Shape;90;p6"/>
          <p:cNvSpPr txBox="1">
            <a:spLocks noGrp="1"/>
          </p:cNvSpPr>
          <p:nvPr>
            <p:ph type="dt" idx="10"/>
          </p:nvPr>
        </p:nvSpPr>
        <p:spPr>
          <a:xfrm>
            <a:off x="411480" y="4972050"/>
            <a:ext cx="61722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6"/>
          <p:cNvSpPr txBox="1">
            <a:spLocks noGrp="1"/>
          </p:cNvSpPr>
          <p:nvPr>
            <p:ph type="sldNum" idx="12"/>
          </p:nvPr>
        </p:nvSpPr>
        <p:spPr>
          <a:xfrm>
            <a:off x="8433828" y="4972050"/>
            <a:ext cx="299408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Column">
  <p:cSld name="2 Column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7"/>
          <p:cNvSpPr txBox="1">
            <a:spLocks noGrp="1"/>
          </p:cNvSpPr>
          <p:nvPr>
            <p:ph type="body" idx="1"/>
          </p:nvPr>
        </p:nvSpPr>
        <p:spPr>
          <a:xfrm>
            <a:off x="411479" y="1200150"/>
            <a:ext cx="402336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marL="914400" lvl="1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marL="1828800" lvl="3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95" name="Google Shape;95;p7"/>
          <p:cNvSpPr txBox="1">
            <a:spLocks noGrp="1"/>
          </p:cNvSpPr>
          <p:nvPr>
            <p:ph type="body" idx="2"/>
          </p:nvPr>
        </p:nvSpPr>
        <p:spPr>
          <a:xfrm>
            <a:off x="4709159" y="1200150"/>
            <a:ext cx="402336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marL="914400" lvl="1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marL="1828800" lvl="3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96" name="Google Shape;96;p7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7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">
  <p:cSld name="3 Column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8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8"/>
          <p:cNvSpPr txBox="1">
            <a:spLocks noGrp="1"/>
          </p:cNvSpPr>
          <p:nvPr>
            <p:ph type="body" idx="1"/>
          </p:nvPr>
        </p:nvSpPr>
        <p:spPr>
          <a:xfrm>
            <a:off x="411479" y="1200150"/>
            <a:ext cx="2587752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marL="914400" lvl="1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marL="1828800" lvl="3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101" name="Google Shape;101;p8"/>
          <p:cNvSpPr txBox="1">
            <a:spLocks noGrp="1"/>
          </p:cNvSpPr>
          <p:nvPr>
            <p:ph type="body" idx="2"/>
          </p:nvPr>
        </p:nvSpPr>
        <p:spPr>
          <a:xfrm>
            <a:off x="3278124" y="1200150"/>
            <a:ext cx="2587752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marL="914400" lvl="1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marL="1828800" lvl="3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102" name="Google Shape;102;p8"/>
          <p:cNvSpPr txBox="1">
            <a:spLocks noGrp="1"/>
          </p:cNvSpPr>
          <p:nvPr>
            <p:ph type="body" idx="3"/>
          </p:nvPr>
        </p:nvSpPr>
        <p:spPr>
          <a:xfrm>
            <a:off x="6144767" y="1200150"/>
            <a:ext cx="2587752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marL="914400" lvl="1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marL="1828800" lvl="3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103" name="Google Shape;103;p8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8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Column">
  <p:cSld name="4 Column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9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9"/>
          <p:cNvSpPr txBox="1">
            <a:spLocks noGrp="1"/>
          </p:cNvSpPr>
          <p:nvPr>
            <p:ph type="body" idx="1"/>
          </p:nvPr>
        </p:nvSpPr>
        <p:spPr>
          <a:xfrm>
            <a:off x="411481" y="1200150"/>
            <a:ext cx="1874519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Char char="▪"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108" name="Google Shape;108;p9"/>
          <p:cNvSpPr txBox="1">
            <a:spLocks noGrp="1"/>
          </p:cNvSpPr>
          <p:nvPr>
            <p:ph type="body" idx="2"/>
          </p:nvPr>
        </p:nvSpPr>
        <p:spPr>
          <a:xfrm>
            <a:off x="2560321" y="1200150"/>
            <a:ext cx="1874519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Char char="▪"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109" name="Google Shape;109;p9"/>
          <p:cNvSpPr txBox="1">
            <a:spLocks noGrp="1"/>
          </p:cNvSpPr>
          <p:nvPr>
            <p:ph type="body" idx="3"/>
          </p:nvPr>
        </p:nvSpPr>
        <p:spPr>
          <a:xfrm>
            <a:off x="4709161" y="1200150"/>
            <a:ext cx="1874519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Char char="▪"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110" name="Google Shape;110;p9"/>
          <p:cNvSpPr txBox="1">
            <a:spLocks noGrp="1"/>
          </p:cNvSpPr>
          <p:nvPr>
            <p:ph type="body" idx="4"/>
          </p:nvPr>
        </p:nvSpPr>
        <p:spPr>
          <a:xfrm>
            <a:off x="6858001" y="1200150"/>
            <a:ext cx="1874519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Char char="▪"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111" name="Google Shape;111;p9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9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Icons">
  <p:cSld name="4 Icons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0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0"/>
          <p:cNvSpPr>
            <a:spLocks noGrp="1"/>
          </p:cNvSpPr>
          <p:nvPr>
            <p:ph type="pic" idx="2"/>
          </p:nvPr>
        </p:nvSpPr>
        <p:spPr>
          <a:xfrm>
            <a:off x="411480" y="1200150"/>
            <a:ext cx="418338" cy="416624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10"/>
          <p:cNvSpPr txBox="1">
            <a:spLocks noGrp="1"/>
          </p:cNvSpPr>
          <p:nvPr>
            <p:ph type="body" idx="1"/>
          </p:nvPr>
        </p:nvSpPr>
        <p:spPr>
          <a:xfrm>
            <a:off x="411481" y="1714498"/>
            <a:ext cx="1874519" cy="2914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Char char="▪"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117" name="Google Shape;117;p10"/>
          <p:cNvSpPr>
            <a:spLocks noGrp="1"/>
          </p:cNvSpPr>
          <p:nvPr>
            <p:ph type="pic" idx="3"/>
          </p:nvPr>
        </p:nvSpPr>
        <p:spPr>
          <a:xfrm>
            <a:off x="2560320" y="1200150"/>
            <a:ext cx="418338" cy="418338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10"/>
          <p:cNvSpPr txBox="1">
            <a:spLocks noGrp="1"/>
          </p:cNvSpPr>
          <p:nvPr>
            <p:ph type="body" idx="4"/>
          </p:nvPr>
        </p:nvSpPr>
        <p:spPr>
          <a:xfrm>
            <a:off x="2560321" y="1714498"/>
            <a:ext cx="1874519" cy="2914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Char char="▪"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119" name="Google Shape;119;p10"/>
          <p:cNvSpPr>
            <a:spLocks noGrp="1"/>
          </p:cNvSpPr>
          <p:nvPr>
            <p:ph type="pic" idx="5"/>
          </p:nvPr>
        </p:nvSpPr>
        <p:spPr>
          <a:xfrm>
            <a:off x="4709160" y="1200150"/>
            <a:ext cx="418338" cy="418338"/>
          </a:xfrm>
          <a:prstGeom prst="rect">
            <a:avLst/>
          </a:prstGeom>
          <a:noFill/>
          <a:ln>
            <a:noFill/>
          </a:ln>
        </p:spPr>
      </p:sp>
      <p:sp>
        <p:nvSpPr>
          <p:cNvPr id="120" name="Google Shape;120;p10"/>
          <p:cNvSpPr txBox="1">
            <a:spLocks noGrp="1"/>
          </p:cNvSpPr>
          <p:nvPr>
            <p:ph type="body" idx="6"/>
          </p:nvPr>
        </p:nvSpPr>
        <p:spPr>
          <a:xfrm>
            <a:off x="4709161" y="1714498"/>
            <a:ext cx="1874519" cy="2914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Char char="▪"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121" name="Google Shape;121;p10"/>
          <p:cNvSpPr>
            <a:spLocks noGrp="1"/>
          </p:cNvSpPr>
          <p:nvPr>
            <p:ph type="pic" idx="7"/>
          </p:nvPr>
        </p:nvSpPr>
        <p:spPr>
          <a:xfrm>
            <a:off x="6858000" y="1200150"/>
            <a:ext cx="418338" cy="418338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10"/>
          <p:cNvSpPr txBox="1">
            <a:spLocks noGrp="1"/>
          </p:cNvSpPr>
          <p:nvPr>
            <p:ph type="body" idx="8"/>
          </p:nvPr>
        </p:nvSpPr>
        <p:spPr>
          <a:xfrm>
            <a:off x="6858001" y="1714498"/>
            <a:ext cx="1874519" cy="2914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Char char="▪"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123" name="Google Shape;123;p10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10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4 Numbers">
  <p:cSld name="4 Numbers">
    <p:bg>
      <p:bgPr>
        <a:solidFill>
          <a:srgbClr val="221F20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27" name="Google Shape;127;p11"/>
          <p:cNvCxnSpPr/>
          <p:nvPr/>
        </p:nvCxnSpPr>
        <p:spPr>
          <a:xfrm>
            <a:off x="41148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28" name="Google Shape;128;p11"/>
          <p:cNvSpPr txBox="1"/>
          <p:nvPr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29" name="Google Shape;129;p11"/>
          <p:cNvSpPr txBox="1">
            <a:spLocks noGrp="1"/>
          </p:cNvSpPr>
          <p:nvPr>
            <p:ph type="body" idx="1"/>
          </p:nvPr>
        </p:nvSpPr>
        <p:spPr>
          <a:xfrm>
            <a:off x="411481" y="1714500"/>
            <a:ext cx="1874519" cy="291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Font typeface="Arial"/>
              <a:buNone/>
              <a:defRPr sz="975">
                <a:solidFill>
                  <a:schemeClr val="lt1"/>
                </a:solidFill>
              </a:defRPr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Font typeface="Arial"/>
              <a:buChar char="▪"/>
              <a:defRPr sz="975">
                <a:solidFill>
                  <a:schemeClr val="lt1"/>
                </a:solidFill>
              </a:defRPr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130" name="Google Shape;130;p11"/>
          <p:cNvCxnSpPr/>
          <p:nvPr/>
        </p:nvCxnSpPr>
        <p:spPr>
          <a:xfrm>
            <a:off x="256032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31" name="Google Shape;131;p11"/>
          <p:cNvSpPr txBox="1"/>
          <p:nvPr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32" name="Google Shape;132;p11"/>
          <p:cNvSpPr txBox="1">
            <a:spLocks noGrp="1"/>
          </p:cNvSpPr>
          <p:nvPr>
            <p:ph type="body" idx="2"/>
          </p:nvPr>
        </p:nvSpPr>
        <p:spPr>
          <a:xfrm>
            <a:off x="2560321" y="1714500"/>
            <a:ext cx="1874519" cy="291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None/>
              <a:defRPr sz="975">
                <a:solidFill>
                  <a:schemeClr val="lt1"/>
                </a:solidFill>
              </a:defRPr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Font typeface="Arial"/>
              <a:buChar char="▪"/>
              <a:defRPr sz="975">
                <a:solidFill>
                  <a:schemeClr val="lt1"/>
                </a:solidFill>
              </a:defRPr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133" name="Google Shape;133;p11"/>
          <p:cNvCxnSpPr/>
          <p:nvPr/>
        </p:nvCxnSpPr>
        <p:spPr>
          <a:xfrm>
            <a:off x="470916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34" name="Google Shape;134;p11"/>
          <p:cNvSpPr txBox="1"/>
          <p:nvPr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35" name="Google Shape;135;p11"/>
          <p:cNvSpPr txBox="1">
            <a:spLocks noGrp="1"/>
          </p:cNvSpPr>
          <p:nvPr>
            <p:ph type="body" idx="3"/>
          </p:nvPr>
        </p:nvSpPr>
        <p:spPr>
          <a:xfrm>
            <a:off x="4709161" y="1714500"/>
            <a:ext cx="1874519" cy="291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None/>
              <a:defRPr sz="975">
                <a:solidFill>
                  <a:schemeClr val="lt1"/>
                </a:solidFill>
              </a:defRPr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Font typeface="Arial"/>
              <a:buChar char="▪"/>
              <a:defRPr sz="975">
                <a:solidFill>
                  <a:schemeClr val="lt1"/>
                </a:solidFill>
              </a:defRPr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136" name="Google Shape;136;p11"/>
          <p:cNvCxnSpPr/>
          <p:nvPr/>
        </p:nvCxnSpPr>
        <p:spPr>
          <a:xfrm>
            <a:off x="685800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37" name="Google Shape;137;p11"/>
          <p:cNvSpPr txBox="1"/>
          <p:nvPr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138" name="Google Shape;138;p11"/>
          <p:cNvSpPr txBox="1">
            <a:spLocks noGrp="1"/>
          </p:cNvSpPr>
          <p:nvPr>
            <p:ph type="body" idx="4"/>
          </p:nvPr>
        </p:nvSpPr>
        <p:spPr>
          <a:xfrm>
            <a:off x="6858001" y="1714500"/>
            <a:ext cx="1874519" cy="291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None/>
              <a:defRPr sz="975">
                <a:solidFill>
                  <a:schemeClr val="lt1"/>
                </a:solidFill>
              </a:defRPr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Font typeface="Arial"/>
              <a:buChar char="▪"/>
              <a:defRPr sz="975">
                <a:solidFill>
                  <a:schemeClr val="lt1"/>
                </a:solidFill>
              </a:defRPr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9" name="Google Shape;139;p11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11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11"/>
          <p:cNvSpPr/>
          <p:nvPr/>
        </p:nvSpPr>
        <p:spPr>
          <a:xfrm>
            <a:off x="1040130" y="4970376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EDIT CONTROL STATEMENT UNDER &gt; VIEW &gt; SLIDE MASTER &gt; SCROLL TO TOP &gt; CHANGE HEADER AND FOOTER</a:t>
            </a:r>
            <a:endParaRPr/>
          </a:p>
        </p:txBody>
      </p:sp>
      <p:sp>
        <p:nvSpPr>
          <p:cNvPr id="142" name="Google Shape;142;p11"/>
          <p:cNvSpPr/>
          <p:nvPr/>
        </p:nvSpPr>
        <p:spPr>
          <a:xfrm>
            <a:off x="1040130" y="0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EDIT CONTROL STATEMENT UNDER &gt; VIEW &gt; SLIDE MASTER &gt; SCROLL TO TOP &gt; CHANGE HEADER AND FOOTER</a:t>
            </a:r>
            <a:endParaRPr/>
          </a:p>
        </p:txBody>
      </p:sp>
      <p:pic>
        <p:nvPicPr>
          <p:cNvPr id="143" name="Google Shape;143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Numbers - White">
  <p:cSld name="4 Numbers - White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2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46" name="Google Shape;146;p12"/>
          <p:cNvCxnSpPr/>
          <p:nvPr/>
        </p:nvCxnSpPr>
        <p:spPr>
          <a:xfrm>
            <a:off x="41148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47" name="Google Shape;147;p12"/>
          <p:cNvSpPr txBox="1"/>
          <p:nvPr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48" name="Google Shape;148;p12"/>
          <p:cNvSpPr txBox="1">
            <a:spLocks noGrp="1"/>
          </p:cNvSpPr>
          <p:nvPr>
            <p:ph type="body" idx="1"/>
          </p:nvPr>
        </p:nvSpPr>
        <p:spPr>
          <a:xfrm>
            <a:off x="411481" y="1714500"/>
            <a:ext cx="1874519" cy="291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149" name="Google Shape;149;p12"/>
          <p:cNvCxnSpPr/>
          <p:nvPr/>
        </p:nvCxnSpPr>
        <p:spPr>
          <a:xfrm>
            <a:off x="256032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50" name="Google Shape;150;p12"/>
          <p:cNvSpPr txBox="1"/>
          <p:nvPr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51" name="Google Shape;151;p12"/>
          <p:cNvSpPr txBox="1">
            <a:spLocks noGrp="1"/>
          </p:cNvSpPr>
          <p:nvPr>
            <p:ph type="body" idx="2"/>
          </p:nvPr>
        </p:nvSpPr>
        <p:spPr>
          <a:xfrm>
            <a:off x="2560321" y="1714500"/>
            <a:ext cx="1874519" cy="291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152" name="Google Shape;152;p12"/>
          <p:cNvCxnSpPr/>
          <p:nvPr/>
        </p:nvCxnSpPr>
        <p:spPr>
          <a:xfrm>
            <a:off x="470916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53" name="Google Shape;153;p12"/>
          <p:cNvSpPr txBox="1"/>
          <p:nvPr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54" name="Google Shape;154;p12"/>
          <p:cNvSpPr txBox="1">
            <a:spLocks noGrp="1"/>
          </p:cNvSpPr>
          <p:nvPr>
            <p:ph type="body" idx="3"/>
          </p:nvPr>
        </p:nvSpPr>
        <p:spPr>
          <a:xfrm>
            <a:off x="4709161" y="1714500"/>
            <a:ext cx="1874519" cy="291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155" name="Google Shape;155;p12"/>
          <p:cNvCxnSpPr/>
          <p:nvPr/>
        </p:nvCxnSpPr>
        <p:spPr>
          <a:xfrm>
            <a:off x="685800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56" name="Google Shape;156;p12"/>
          <p:cNvSpPr txBox="1"/>
          <p:nvPr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157" name="Google Shape;157;p12"/>
          <p:cNvSpPr txBox="1">
            <a:spLocks noGrp="1"/>
          </p:cNvSpPr>
          <p:nvPr>
            <p:ph type="body" idx="4"/>
          </p:nvPr>
        </p:nvSpPr>
        <p:spPr>
          <a:xfrm>
            <a:off x="6858001" y="1714500"/>
            <a:ext cx="1874519" cy="291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158" name="Google Shape;158;p12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12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8 Numbers">
  <p:cSld name="8 Numbers">
    <p:bg>
      <p:bgPr>
        <a:solidFill>
          <a:srgbClr val="221F20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3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62" name="Google Shape;162;p13"/>
          <p:cNvCxnSpPr/>
          <p:nvPr/>
        </p:nvCxnSpPr>
        <p:spPr>
          <a:xfrm>
            <a:off x="41148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63" name="Google Shape;163;p13"/>
          <p:cNvSpPr txBox="1"/>
          <p:nvPr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64" name="Google Shape;164;p13"/>
          <p:cNvSpPr txBox="1">
            <a:spLocks noGrp="1"/>
          </p:cNvSpPr>
          <p:nvPr>
            <p:ph type="body" idx="1"/>
          </p:nvPr>
        </p:nvSpPr>
        <p:spPr>
          <a:xfrm>
            <a:off x="411481" y="17145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165" name="Google Shape;165;p13"/>
          <p:cNvCxnSpPr/>
          <p:nvPr/>
        </p:nvCxnSpPr>
        <p:spPr>
          <a:xfrm>
            <a:off x="256032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66" name="Google Shape;166;p13"/>
          <p:cNvSpPr txBox="1"/>
          <p:nvPr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67" name="Google Shape;167;p13"/>
          <p:cNvSpPr txBox="1">
            <a:spLocks noGrp="1"/>
          </p:cNvSpPr>
          <p:nvPr>
            <p:ph type="body" idx="2"/>
          </p:nvPr>
        </p:nvSpPr>
        <p:spPr>
          <a:xfrm>
            <a:off x="2560321" y="17145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168" name="Google Shape;168;p13"/>
          <p:cNvCxnSpPr/>
          <p:nvPr/>
        </p:nvCxnSpPr>
        <p:spPr>
          <a:xfrm>
            <a:off x="470916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69" name="Google Shape;169;p13"/>
          <p:cNvSpPr txBox="1"/>
          <p:nvPr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70" name="Google Shape;170;p13"/>
          <p:cNvSpPr txBox="1">
            <a:spLocks noGrp="1"/>
          </p:cNvSpPr>
          <p:nvPr>
            <p:ph type="body" idx="3"/>
          </p:nvPr>
        </p:nvSpPr>
        <p:spPr>
          <a:xfrm>
            <a:off x="4709161" y="17145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171" name="Google Shape;171;p13"/>
          <p:cNvCxnSpPr/>
          <p:nvPr/>
        </p:nvCxnSpPr>
        <p:spPr>
          <a:xfrm>
            <a:off x="685800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72" name="Google Shape;172;p13"/>
          <p:cNvSpPr txBox="1"/>
          <p:nvPr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173" name="Google Shape;173;p13"/>
          <p:cNvSpPr txBox="1">
            <a:spLocks noGrp="1"/>
          </p:cNvSpPr>
          <p:nvPr>
            <p:ph type="body" idx="4"/>
          </p:nvPr>
        </p:nvSpPr>
        <p:spPr>
          <a:xfrm>
            <a:off x="6858001" y="17145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174" name="Google Shape;174;p13"/>
          <p:cNvCxnSpPr/>
          <p:nvPr/>
        </p:nvCxnSpPr>
        <p:spPr>
          <a:xfrm>
            <a:off x="411480" y="29146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75" name="Google Shape;175;p13"/>
          <p:cNvSpPr txBox="1"/>
          <p:nvPr/>
        </p:nvSpPr>
        <p:spPr>
          <a:xfrm>
            <a:off x="411481" y="30175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176" name="Google Shape;176;p13"/>
          <p:cNvSpPr txBox="1">
            <a:spLocks noGrp="1"/>
          </p:cNvSpPr>
          <p:nvPr>
            <p:ph type="body" idx="5"/>
          </p:nvPr>
        </p:nvSpPr>
        <p:spPr>
          <a:xfrm>
            <a:off x="411481" y="34290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177" name="Google Shape;177;p13"/>
          <p:cNvCxnSpPr/>
          <p:nvPr/>
        </p:nvCxnSpPr>
        <p:spPr>
          <a:xfrm>
            <a:off x="2560320" y="29146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78" name="Google Shape;178;p13"/>
          <p:cNvSpPr txBox="1"/>
          <p:nvPr/>
        </p:nvSpPr>
        <p:spPr>
          <a:xfrm>
            <a:off x="2560321" y="30175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179" name="Google Shape;179;p13"/>
          <p:cNvSpPr txBox="1">
            <a:spLocks noGrp="1"/>
          </p:cNvSpPr>
          <p:nvPr>
            <p:ph type="body" idx="6"/>
          </p:nvPr>
        </p:nvSpPr>
        <p:spPr>
          <a:xfrm>
            <a:off x="2560321" y="34290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180" name="Google Shape;180;p13"/>
          <p:cNvCxnSpPr/>
          <p:nvPr/>
        </p:nvCxnSpPr>
        <p:spPr>
          <a:xfrm>
            <a:off x="4709160" y="29146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81" name="Google Shape;181;p13"/>
          <p:cNvSpPr txBox="1"/>
          <p:nvPr/>
        </p:nvSpPr>
        <p:spPr>
          <a:xfrm>
            <a:off x="4709161" y="30175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  <p:sp>
        <p:nvSpPr>
          <p:cNvPr id="182" name="Google Shape;182;p13"/>
          <p:cNvSpPr txBox="1">
            <a:spLocks noGrp="1"/>
          </p:cNvSpPr>
          <p:nvPr>
            <p:ph type="body" idx="7"/>
          </p:nvPr>
        </p:nvSpPr>
        <p:spPr>
          <a:xfrm>
            <a:off x="4709161" y="34290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183" name="Google Shape;183;p13"/>
          <p:cNvCxnSpPr/>
          <p:nvPr/>
        </p:nvCxnSpPr>
        <p:spPr>
          <a:xfrm>
            <a:off x="6858000" y="29146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84" name="Google Shape;184;p13"/>
          <p:cNvSpPr txBox="1"/>
          <p:nvPr/>
        </p:nvSpPr>
        <p:spPr>
          <a:xfrm>
            <a:off x="6858001" y="30175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/>
          </a:p>
        </p:txBody>
      </p:sp>
      <p:sp>
        <p:nvSpPr>
          <p:cNvPr id="185" name="Google Shape;185;p13"/>
          <p:cNvSpPr txBox="1">
            <a:spLocks noGrp="1"/>
          </p:cNvSpPr>
          <p:nvPr>
            <p:ph type="body" idx="8"/>
          </p:nvPr>
        </p:nvSpPr>
        <p:spPr>
          <a:xfrm>
            <a:off x="6858001" y="34290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186" name="Google Shape;186;p13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13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8" name="Google Shape;188;p13"/>
          <p:cNvSpPr/>
          <p:nvPr/>
        </p:nvSpPr>
        <p:spPr>
          <a:xfrm>
            <a:off x="1040130" y="4970376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EDIT CONTROL STATEMENT UNDER &gt; VIEW &gt; SLIDE MASTER &gt; SCROLL TO TOP &gt; CHANGE HEADER AND FOOTER</a:t>
            </a:r>
            <a:endParaRPr/>
          </a:p>
        </p:txBody>
      </p:sp>
      <p:sp>
        <p:nvSpPr>
          <p:cNvPr id="189" name="Google Shape;189;p13"/>
          <p:cNvSpPr/>
          <p:nvPr/>
        </p:nvSpPr>
        <p:spPr>
          <a:xfrm>
            <a:off x="1040130" y="0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EDIT CONTROL STATEMENT UNDER &gt; VIEW &gt; SLIDE MASTER &gt; SCROLL TO TOP &gt; CHANGE HEADER AND FOOTER</a:t>
            </a:r>
            <a:endParaRPr/>
          </a:p>
        </p:txBody>
      </p:sp>
      <p:pic>
        <p:nvPicPr>
          <p:cNvPr id="190" name="Google Shape;190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 Numbers - White">
  <p:cSld name="8 Numbers - White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4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93" name="Google Shape;193;p14"/>
          <p:cNvCxnSpPr/>
          <p:nvPr/>
        </p:nvCxnSpPr>
        <p:spPr>
          <a:xfrm>
            <a:off x="41148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94" name="Google Shape;194;p14"/>
          <p:cNvSpPr txBox="1"/>
          <p:nvPr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95" name="Google Shape;195;p14"/>
          <p:cNvSpPr txBox="1">
            <a:spLocks noGrp="1"/>
          </p:cNvSpPr>
          <p:nvPr>
            <p:ph type="body" idx="1"/>
          </p:nvPr>
        </p:nvSpPr>
        <p:spPr>
          <a:xfrm>
            <a:off x="411481" y="17145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196" name="Google Shape;196;p14"/>
          <p:cNvCxnSpPr/>
          <p:nvPr/>
        </p:nvCxnSpPr>
        <p:spPr>
          <a:xfrm>
            <a:off x="256032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97" name="Google Shape;197;p14"/>
          <p:cNvSpPr txBox="1"/>
          <p:nvPr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98" name="Google Shape;198;p14"/>
          <p:cNvSpPr txBox="1">
            <a:spLocks noGrp="1"/>
          </p:cNvSpPr>
          <p:nvPr>
            <p:ph type="body" idx="2"/>
          </p:nvPr>
        </p:nvSpPr>
        <p:spPr>
          <a:xfrm>
            <a:off x="2560321" y="17145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199" name="Google Shape;199;p14"/>
          <p:cNvCxnSpPr/>
          <p:nvPr/>
        </p:nvCxnSpPr>
        <p:spPr>
          <a:xfrm>
            <a:off x="470916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00" name="Google Shape;200;p14"/>
          <p:cNvSpPr txBox="1"/>
          <p:nvPr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201" name="Google Shape;201;p14"/>
          <p:cNvSpPr txBox="1">
            <a:spLocks noGrp="1"/>
          </p:cNvSpPr>
          <p:nvPr>
            <p:ph type="body" idx="3"/>
          </p:nvPr>
        </p:nvSpPr>
        <p:spPr>
          <a:xfrm>
            <a:off x="4709161" y="17145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202" name="Google Shape;202;p14"/>
          <p:cNvCxnSpPr/>
          <p:nvPr/>
        </p:nvCxnSpPr>
        <p:spPr>
          <a:xfrm>
            <a:off x="6858000" y="12001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03" name="Google Shape;203;p14"/>
          <p:cNvSpPr txBox="1"/>
          <p:nvPr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204" name="Google Shape;204;p14"/>
          <p:cNvSpPr txBox="1">
            <a:spLocks noGrp="1"/>
          </p:cNvSpPr>
          <p:nvPr>
            <p:ph type="body" idx="4"/>
          </p:nvPr>
        </p:nvSpPr>
        <p:spPr>
          <a:xfrm>
            <a:off x="6858001" y="17145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205" name="Google Shape;205;p14"/>
          <p:cNvCxnSpPr/>
          <p:nvPr/>
        </p:nvCxnSpPr>
        <p:spPr>
          <a:xfrm>
            <a:off x="411480" y="29146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06" name="Google Shape;206;p14"/>
          <p:cNvSpPr txBox="1"/>
          <p:nvPr/>
        </p:nvSpPr>
        <p:spPr>
          <a:xfrm>
            <a:off x="411481" y="30175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207" name="Google Shape;207;p14"/>
          <p:cNvSpPr txBox="1">
            <a:spLocks noGrp="1"/>
          </p:cNvSpPr>
          <p:nvPr>
            <p:ph type="body" idx="5"/>
          </p:nvPr>
        </p:nvSpPr>
        <p:spPr>
          <a:xfrm>
            <a:off x="411481" y="34290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208" name="Google Shape;208;p14"/>
          <p:cNvCxnSpPr/>
          <p:nvPr/>
        </p:nvCxnSpPr>
        <p:spPr>
          <a:xfrm>
            <a:off x="2560320" y="29146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09" name="Google Shape;209;p14"/>
          <p:cNvSpPr txBox="1"/>
          <p:nvPr/>
        </p:nvSpPr>
        <p:spPr>
          <a:xfrm>
            <a:off x="2560321" y="30175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210" name="Google Shape;210;p14"/>
          <p:cNvSpPr txBox="1">
            <a:spLocks noGrp="1"/>
          </p:cNvSpPr>
          <p:nvPr>
            <p:ph type="body" idx="6"/>
          </p:nvPr>
        </p:nvSpPr>
        <p:spPr>
          <a:xfrm>
            <a:off x="2560321" y="34290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211" name="Google Shape;211;p14"/>
          <p:cNvCxnSpPr/>
          <p:nvPr/>
        </p:nvCxnSpPr>
        <p:spPr>
          <a:xfrm>
            <a:off x="4709160" y="29146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12" name="Google Shape;212;p14"/>
          <p:cNvSpPr txBox="1"/>
          <p:nvPr/>
        </p:nvSpPr>
        <p:spPr>
          <a:xfrm>
            <a:off x="4709161" y="30175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  <p:sp>
        <p:nvSpPr>
          <p:cNvPr id="213" name="Google Shape;213;p14"/>
          <p:cNvSpPr txBox="1">
            <a:spLocks noGrp="1"/>
          </p:cNvSpPr>
          <p:nvPr>
            <p:ph type="body" idx="7"/>
          </p:nvPr>
        </p:nvSpPr>
        <p:spPr>
          <a:xfrm>
            <a:off x="4709161" y="34290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cxnSp>
        <p:nvCxnSpPr>
          <p:cNvPr id="214" name="Google Shape;214;p14"/>
          <p:cNvCxnSpPr/>
          <p:nvPr/>
        </p:nvCxnSpPr>
        <p:spPr>
          <a:xfrm>
            <a:off x="6858000" y="2914650"/>
            <a:ext cx="187452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15" name="Google Shape;215;p14"/>
          <p:cNvSpPr txBox="1"/>
          <p:nvPr/>
        </p:nvSpPr>
        <p:spPr>
          <a:xfrm>
            <a:off x="6858001" y="3017520"/>
            <a:ext cx="187451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"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/>
          </a:p>
        </p:txBody>
      </p:sp>
      <p:sp>
        <p:nvSpPr>
          <p:cNvPr id="216" name="Google Shape;216;p14"/>
          <p:cNvSpPr txBox="1">
            <a:spLocks noGrp="1"/>
          </p:cNvSpPr>
          <p:nvPr>
            <p:ph type="body" idx="8"/>
          </p:nvPr>
        </p:nvSpPr>
        <p:spPr>
          <a:xfrm>
            <a:off x="6858001" y="3429000"/>
            <a:ext cx="1874519" cy="99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None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Char char="▪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217" name="Google Shape;217;p14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p14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 Image">
  <p:cSld name="Full Image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5"/>
          <p:cNvSpPr>
            <a:spLocks noGrp="1"/>
          </p:cNvSpPr>
          <p:nvPr>
            <p:ph type="pic" idx="2"/>
          </p:nvPr>
        </p:nvSpPr>
        <p:spPr>
          <a:xfrm>
            <a:off x="0" y="171450"/>
            <a:ext cx="9144000" cy="4800600"/>
          </a:xfrm>
          <a:prstGeom prst="rect">
            <a:avLst/>
          </a:prstGeom>
          <a:solidFill>
            <a:srgbClr val="D5D5D7"/>
          </a:solidFill>
          <a:ln>
            <a:noFill/>
          </a:ln>
        </p:spPr>
      </p:sp>
      <p:sp>
        <p:nvSpPr>
          <p:cNvPr id="221" name="Google Shape;221;p15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15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15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4" name="Google Shape;224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Image 01">
  <p:cSld name="Content and Image 01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6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40233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16"/>
          <p:cNvSpPr txBox="1">
            <a:spLocks noGrp="1"/>
          </p:cNvSpPr>
          <p:nvPr>
            <p:ph type="body" idx="1"/>
          </p:nvPr>
        </p:nvSpPr>
        <p:spPr>
          <a:xfrm>
            <a:off x="411479" y="1200150"/>
            <a:ext cx="402336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marL="914400" lvl="1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marL="1828800" lvl="3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28" name="Google Shape;228;p16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16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0" name="Google Shape;230;p16"/>
          <p:cNvSpPr>
            <a:spLocks noGrp="1"/>
          </p:cNvSpPr>
          <p:nvPr>
            <p:ph type="pic" idx="2"/>
          </p:nvPr>
        </p:nvSpPr>
        <p:spPr>
          <a:xfrm>
            <a:off x="4708528" y="807244"/>
            <a:ext cx="4024311" cy="3821906"/>
          </a:xfrm>
          <a:prstGeom prst="rect">
            <a:avLst/>
          </a:prstGeom>
          <a:solidFill>
            <a:srgbClr val="D5D5D7"/>
          </a:solidFill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Image 02">
  <p:cSld name="Content and Image 02"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7"/>
          <p:cNvSpPr>
            <a:spLocks noGrp="1"/>
          </p:cNvSpPr>
          <p:nvPr>
            <p:ph type="pic" idx="2"/>
          </p:nvPr>
        </p:nvSpPr>
        <p:spPr>
          <a:xfrm>
            <a:off x="411479" y="308610"/>
            <a:ext cx="8321040" cy="2331720"/>
          </a:xfrm>
          <a:prstGeom prst="rect">
            <a:avLst/>
          </a:prstGeom>
          <a:solidFill>
            <a:srgbClr val="D5D5D7"/>
          </a:solidFill>
          <a:ln>
            <a:noFill/>
          </a:ln>
        </p:spPr>
      </p:sp>
      <p:sp>
        <p:nvSpPr>
          <p:cNvPr id="233" name="Google Shape;233;p17"/>
          <p:cNvSpPr txBox="1">
            <a:spLocks noGrp="1"/>
          </p:cNvSpPr>
          <p:nvPr>
            <p:ph type="title"/>
          </p:nvPr>
        </p:nvSpPr>
        <p:spPr>
          <a:xfrm>
            <a:off x="411480" y="2846070"/>
            <a:ext cx="40233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4" name="Google Shape;234;p17"/>
          <p:cNvSpPr txBox="1">
            <a:spLocks noGrp="1"/>
          </p:cNvSpPr>
          <p:nvPr>
            <p:ph type="body" idx="1"/>
          </p:nvPr>
        </p:nvSpPr>
        <p:spPr>
          <a:xfrm>
            <a:off x="4709159" y="2846070"/>
            <a:ext cx="4023360" cy="178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marL="914400" lvl="1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marL="1828800" lvl="3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5pPr>
            <a:lvl6pPr marL="2743200" lvl="5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3200400" lvl="6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7pPr>
            <a:lvl8pPr marL="3657600" lvl="7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4114800" lvl="8" indent="-342900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235" name="Google Shape;235;p17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6" name="Google Shape;236;p17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90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218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2 Images">
  <p:cSld name="Content and 2 Images"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8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9" name="Google Shape;239;p18"/>
          <p:cNvSpPr>
            <a:spLocks noGrp="1"/>
          </p:cNvSpPr>
          <p:nvPr>
            <p:ph type="pic" idx="2"/>
          </p:nvPr>
        </p:nvSpPr>
        <p:spPr>
          <a:xfrm>
            <a:off x="411479" y="1200150"/>
            <a:ext cx="4023360" cy="1714500"/>
          </a:xfrm>
          <a:prstGeom prst="rect">
            <a:avLst/>
          </a:prstGeom>
          <a:solidFill>
            <a:srgbClr val="D5D5D7"/>
          </a:solidFill>
          <a:ln>
            <a:noFill/>
          </a:ln>
        </p:spPr>
      </p:sp>
      <p:sp>
        <p:nvSpPr>
          <p:cNvPr id="240" name="Google Shape;240;p18"/>
          <p:cNvSpPr txBox="1">
            <a:spLocks noGrp="1"/>
          </p:cNvSpPr>
          <p:nvPr>
            <p:ph type="body" idx="1"/>
          </p:nvPr>
        </p:nvSpPr>
        <p:spPr>
          <a:xfrm>
            <a:off x="411478" y="3086100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1pPr>
            <a:lvl2pPr marL="914400" lvl="1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2pPr>
            <a:lvl3pPr marL="1371600" lvl="2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3pPr>
            <a:lvl4pPr marL="1828800" lvl="3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4pPr>
            <a:lvl5pPr marL="2286000" lvl="4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5pPr>
            <a:lvl6pPr marL="2743200" lvl="5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6pPr>
            <a:lvl7pPr marL="3200400" lvl="6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7pPr>
            <a:lvl8pPr marL="3657600" lvl="7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8pPr>
            <a:lvl9pPr marL="4114800" lvl="8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9pPr>
          </a:lstStyle>
          <a:p>
            <a:endParaRPr/>
          </a:p>
        </p:txBody>
      </p:sp>
      <p:sp>
        <p:nvSpPr>
          <p:cNvPr id="241" name="Google Shape;241;p18"/>
          <p:cNvSpPr txBox="1">
            <a:spLocks noGrp="1"/>
          </p:cNvSpPr>
          <p:nvPr>
            <p:ph type="body" idx="3"/>
          </p:nvPr>
        </p:nvSpPr>
        <p:spPr>
          <a:xfrm>
            <a:off x="411479" y="3394710"/>
            <a:ext cx="402336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0037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25"/>
              <a:buChar char="▪"/>
              <a:defRPr sz="1125"/>
            </a:lvl1pPr>
            <a:lvl2pPr marL="914400" lvl="1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2pPr>
            <a:lvl3pPr marL="1371600" lvl="2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3pPr>
            <a:lvl4pPr marL="1828800" lvl="3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4pPr>
            <a:lvl5pPr marL="2286000" lvl="4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5pPr>
            <a:lvl6pPr marL="2743200" lvl="5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6pPr>
            <a:lvl7pPr marL="3200400" lvl="6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7pPr>
            <a:lvl8pPr marL="3657600" lvl="7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8pPr>
            <a:lvl9pPr marL="4114800" lvl="8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9pPr>
          </a:lstStyle>
          <a:p>
            <a:endParaRPr/>
          </a:p>
        </p:txBody>
      </p:sp>
      <p:sp>
        <p:nvSpPr>
          <p:cNvPr id="242" name="Google Shape;242;p18"/>
          <p:cNvSpPr>
            <a:spLocks noGrp="1"/>
          </p:cNvSpPr>
          <p:nvPr>
            <p:ph type="pic" idx="4"/>
          </p:nvPr>
        </p:nvSpPr>
        <p:spPr>
          <a:xfrm>
            <a:off x="4709159" y="1200150"/>
            <a:ext cx="4023360" cy="1714500"/>
          </a:xfrm>
          <a:prstGeom prst="rect">
            <a:avLst/>
          </a:prstGeom>
          <a:solidFill>
            <a:srgbClr val="D5D5D7"/>
          </a:solidFill>
          <a:ln>
            <a:noFill/>
          </a:ln>
        </p:spPr>
      </p:sp>
      <p:sp>
        <p:nvSpPr>
          <p:cNvPr id="243" name="Google Shape;243;p18"/>
          <p:cNvSpPr txBox="1">
            <a:spLocks noGrp="1"/>
          </p:cNvSpPr>
          <p:nvPr>
            <p:ph type="body" idx="5"/>
          </p:nvPr>
        </p:nvSpPr>
        <p:spPr>
          <a:xfrm>
            <a:off x="4709159" y="3086100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1pPr>
            <a:lvl2pPr marL="914400" lvl="1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2pPr>
            <a:lvl3pPr marL="1371600" lvl="2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3pPr>
            <a:lvl4pPr marL="1828800" lvl="3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4pPr>
            <a:lvl5pPr marL="2286000" lvl="4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5pPr>
            <a:lvl6pPr marL="2743200" lvl="5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6pPr>
            <a:lvl7pPr marL="3200400" lvl="6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7pPr>
            <a:lvl8pPr marL="3657600" lvl="7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8pPr>
            <a:lvl9pPr marL="4114800" lvl="8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9pPr>
          </a:lstStyle>
          <a:p>
            <a:endParaRPr/>
          </a:p>
        </p:txBody>
      </p:sp>
      <p:sp>
        <p:nvSpPr>
          <p:cNvPr id="244" name="Google Shape;244;p18"/>
          <p:cNvSpPr txBox="1">
            <a:spLocks noGrp="1"/>
          </p:cNvSpPr>
          <p:nvPr>
            <p:ph type="body" idx="6"/>
          </p:nvPr>
        </p:nvSpPr>
        <p:spPr>
          <a:xfrm>
            <a:off x="4709159" y="3394710"/>
            <a:ext cx="402336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0037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25"/>
              <a:buChar char="▪"/>
              <a:defRPr sz="1125"/>
            </a:lvl1pPr>
            <a:lvl2pPr marL="914400" lvl="1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2pPr>
            <a:lvl3pPr marL="1371600" lvl="2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3pPr>
            <a:lvl4pPr marL="1828800" lvl="3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4pPr>
            <a:lvl5pPr marL="2286000" lvl="4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5pPr>
            <a:lvl6pPr marL="2743200" lvl="5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6pPr>
            <a:lvl7pPr marL="3200400" lvl="6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7pPr>
            <a:lvl8pPr marL="3657600" lvl="7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8pPr>
            <a:lvl9pPr marL="4114800" lvl="8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9pPr>
          </a:lstStyle>
          <a:p>
            <a:endParaRPr/>
          </a:p>
        </p:txBody>
      </p:sp>
      <p:sp>
        <p:nvSpPr>
          <p:cNvPr id="245" name="Google Shape;245;p18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18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592">
          <p15:clr>
            <a:srgbClr val="A4A3A4"/>
          </p15:clr>
        </p15:guide>
        <p15:guide id="4" orient="horz" pos="2448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3 Images">
  <p:cSld name="Content and 3 Images"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9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9" name="Google Shape;249;p19"/>
          <p:cNvSpPr>
            <a:spLocks noGrp="1"/>
          </p:cNvSpPr>
          <p:nvPr>
            <p:ph type="pic" idx="2"/>
          </p:nvPr>
        </p:nvSpPr>
        <p:spPr>
          <a:xfrm>
            <a:off x="411479" y="1200150"/>
            <a:ext cx="2587752" cy="1268730"/>
          </a:xfrm>
          <a:prstGeom prst="rect">
            <a:avLst/>
          </a:prstGeom>
          <a:solidFill>
            <a:srgbClr val="D5D5D7"/>
          </a:solidFill>
          <a:ln>
            <a:noFill/>
          </a:ln>
        </p:spPr>
      </p:sp>
      <p:sp>
        <p:nvSpPr>
          <p:cNvPr id="250" name="Google Shape;250;p19"/>
          <p:cNvSpPr txBox="1">
            <a:spLocks noGrp="1"/>
          </p:cNvSpPr>
          <p:nvPr>
            <p:ph type="body" idx="1"/>
          </p:nvPr>
        </p:nvSpPr>
        <p:spPr>
          <a:xfrm>
            <a:off x="411478" y="2640330"/>
            <a:ext cx="25877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1pPr>
            <a:lvl2pPr marL="914400" lvl="1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2pPr>
            <a:lvl3pPr marL="1371600" lvl="2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3pPr>
            <a:lvl4pPr marL="1828800" lvl="3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4pPr>
            <a:lvl5pPr marL="2286000" lvl="4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5pPr>
            <a:lvl6pPr marL="2743200" lvl="5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6pPr>
            <a:lvl7pPr marL="3200400" lvl="6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7pPr>
            <a:lvl8pPr marL="3657600" lvl="7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8pPr>
            <a:lvl9pPr marL="4114800" lvl="8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9pPr>
          </a:lstStyle>
          <a:p>
            <a:endParaRPr/>
          </a:p>
        </p:txBody>
      </p:sp>
      <p:sp>
        <p:nvSpPr>
          <p:cNvPr id="251" name="Google Shape;251;p19"/>
          <p:cNvSpPr txBox="1">
            <a:spLocks noGrp="1"/>
          </p:cNvSpPr>
          <p:nvPr>
            <p:ph type="body" idx="3"/>
          </p:nvPr>
        </p:nvSpPr>
        <p:spPr>
          <a:xfrm>
            <a:off x="411479" y="2948940"/>
            <a:ext cx="2587752" cy="1680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0037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25"/>
              <a:buChar char="▪"/>
              <a:defRPr sz="1125"/>
            </a:lvl1pPr>
            <a:lvl2pPr marL="914400" lvl="1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2pPr>
            <a:lvl3pPr marL="1371600" lvl="2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3pPr>
            <a:lvl4pPr marL="1828800" lvl="3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4pPr>
            <a:lvl5pPr marL="2286000" lvl="4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5pPr>
            <a:lvl6pPr marL="2743200" lvl="5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6pPr>
            <a:lvl7pPr marL="3200400" lvl="6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7pPr>
            <a:lvl8pPr marL="3657600" lvl="7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8pPr>
            <a:lvl9pPr marL="4114800" lvl="8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9pPr>
          </a:lstStyle>
          <a:p>
            <a:endParaRPr/>
          </a:p>
        </p:txBody>
      </p:sp>
      <p:sp>
        <p:nvSpPr>
          <p:cNvPr id="252" name="Google Shape;252;p19"/>
          <p:cNvSpPr>
            <a:spLocks noGrp="1"/>
          </p:cNvSpPr>
          <p:nvPr>
            <p:ph type="pic" idx="4"/>
          </p:nvPr>
        </p:nvSpPr>
        <p:spPr>
          <a:xfrm>
            <a:off x="3278123" y="1200150"/>
            <a:ext cx="2587752" cy="1268730"/>
          </a:xfrm>
          <a:prstGeom prst="rect">
            <a:avLst/>
          </a:prstGeom>
          <a:solidFill>
            <a:srgbClr val="D5D5D7"/>
          </a:solidFill>
          <a:ln>
            <a:noFill/>
          </a:ln>
        </p:spPr>
      </p:sp>
      <p:sp>
        <p:nvSpPr>
          <p:cNvPr id="253" name="Google Shape;253;p19"/>
          <p:cNvSpPr txBox="1">
            <a:spLocks noGrp="1"/>
          </p:cNvSpPr>
          <p:nvPr>
            <p:ph type="body" idx="5"/>
          </p:nvPr>
        </p:nvSpPr>
        <p:spPr>
          <a:xfrm>
            <a:off x="3278123" y="2640330"/>
            <a:ext cx="25877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1pPr>
            <a:lvl2pPr marL="914400" lvl="1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2pPr>
            <a:lvl3pPr marL="1371600" lvl="2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3pPr>
            <a:lvl4pPr marL="1828800" lvl="3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4pPr>
            <a:lvl5pPr marL="2286000" lvl="4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5pPr>
            <a:lvl6pPr marL="2743200" lvl="5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6pPr>
            <a:lvl7pPr marL="3200400" lvl="6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7pPr>
            <a:lvl8pPr marL="3657600" lvl="7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8pPr>
            <a:lvl9pPr marL="4114800" lvl="8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9pPr>
          </a:lstStyle>
          <a:p>
            <a:endParaRPr/>
          </a:p>
        </p:txBody>
      </p:sp>
      <p:sp>
        <p:nvSpPr>
          <p:cNvPr id="254" name="Google Shape;254;p19"/>
          <p:cNvSpPr txBox="1">
            <a:spLocks noGrp="1"/>
          </p:cNvSpPr>
          <p:nvPr>
            <p:ph type="body" idx="6"/>
          </p:nvPr>
        </p:nvSpPr>
        <p:spPr>
          <a:xfrm>
            <a:off x="3278123" y="2948940"/>
            <a:ext cx="2587752" cy="1680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0037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25"/>
              <a:buChar char="▪"/>
              <a:defRPr sz="1125"/>
            </a:lvl1pPr>
            <a:lvl2pPr marL="914400" lvl="1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2pPr>
            <a:lvl3pPr marL="1371600" lvl="2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3pPr>
            <a:lvl4pPr marL="1828800" lvl="3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4pPr>
            <a:lvl5pPr marL="2286000" lvl="4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5pPr>
            <a:lvl6pPr marL="2743200" lvl="5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6pPr>
            <a:lvl7pPr marL="3200400" lvl="6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7pPr>
            <a:lvl8pPr marL="3657600" lvl="7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8pPr>
            <a:lvl9pPr marL="4114800" lvl="8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9pPr>
          </a:lstStyle>
          <a:p>
            <a:endParaRPr/>
          </a:p>
        </p:txBody>
      </p:sp>
      <p:sp>
        <p:nvSpPr>
          <p:cNvPr id="255" name="Google Shape;255;p19"/>
          <p:cNvSpPr>
            <a:spLocks noGrp="1"/>
          </p:cNvSpPr>
          <p:nvPr>
            <p:ph type="pic" idx="7"/>
          </p:nvPr>
        </p:nvSpPr>
        <p:spPr>
          <a:xfrm>
            <a:off x="6144767" y="1200150"/>
            <a:ext cx="2587752" cy="1268730"/>
          </a:xfrm>
          <a:prstGeom prst="rect">
            <a:avLst/>
          </a:prstGeom>
          <a:solidFill>
            <a:srgbClr val="D5D5D7"/>
          </a:solidFill>
          <a:ln>
            <a:noFill/>
          </a:ln>
        </p:spPr>
      </p:sp>
      <p:sp>
        <p:nvSpPr>
          <p:cNvPr id="256" name="Google Shape;256;p19"/>
          <p:cNvSpPr txBox="1">
            <a:spLocks noGrp="1"/>
          </p:cNvSpPr>
          <p:nvPr>
            <p:ph type="body" idx="8"/>
          </p:nvPr>
        </p:nvSpPr>
        <p:spPr>
          <a:xfrm>
            <a:off x="6144767" y="2640330"/>
            <a:ext cx="25877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1pPr>
            <a:lvl2pPr marL="914400" lvl="1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2pPr>
            <a:lvl3pPr marL="1371600" lvl="2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3pPr>
            <a:lvl4pPr marL="1828800" lvl="3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4pPr>
            <a:lvl5pPr marL="2286000" lvl="4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5pPr>
            <a:lvl6pPr marL="2743200" lvl="5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6pPr>
            <a:lvl7pPr marL="3200400" lvl="6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7pPr>
            <a:lvl8pPr marL="3657600" lvl="7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8pPr>
            <a:lvl9pPr marL="4114800" lvl="8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1"/>
            </a:lvl9pPr>
          </a:lstStyle>
          <a:p>
            <a:endParaRPr/>
          </a:p>
        </p:txBody>
      </p:sp>
      <p:sp>
        <p:nvSpPr>
          <p:cNvPr id="257" name="Google Shape;257;p19"/>
          <p:cNvSpPr txBox="1">
            <a:spLocks noGrp="1"/>
          </p:cNvSpPr>
          <p:nvPr>
            <p:ph type="body" idx="9"/>
          </p:nvPr>
        </p:nvSpPr>
        <p:spPr>
          <a:xfrm>
            <a:off x="6144767" y="2948940"/>
            <a:ext cx="2587752" cy="1680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0037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25"/>
              <a:buChar char="▪"/>
              <a:defRPr sz="1125"/>
            </a:lvl1pPr>
            <a:lvl2pPr marL="914400" lvl="1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2pPr>
            <a:lvl3pPr marL="1371600" lvl="2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3pPr>
            <a:lvl4pPr marL="1828800" lvl="3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4pPr>
            <a:lvl5pPr marL="2286000" lvl="4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5pPr>
            <a:lvl6pPr marL="2743200" lvl="5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6pPr>
            <a:lvl7pPr marL="3200400" lvl="6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7pPr>
            <a:lvl8pPr marL="3657600" lvl="7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8pPr>
            <a:lvl9pPr marL="4114800" lvl="8" indent="-300037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25"/>
              <a:buChar char="–"/>
              <a:defRPr sz="1125"/>
            </a:lvl9pPr>
          </a:lstStyle>
          <a:p>
            <a:endParaRPr/>
          </a:p>
        </p:txBody>
      </p:sp>
      <p:sp>
        <p:nvSpPr>
          <p:cNvPr id="258" name="Google Shape;258;p19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9" name="Google Shape;259;p19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2218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2074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4 Images">
  <p:cSld name="Content and 4 Images"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0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2" name="Google Shape;262;p20"/>
          <p:cNvSpPr>
            <a:spLocks noGrp="1"/>
          </p:cNvSpPr>
          <p:nvPr>
            <p:ph type="pic" idx="2"/>
          </p:nvPr>
        </p:nvSpPr>
        <p:spPr>
          <a:xfrm>
            <a:off x="411481" y="1200150"/>
            <a:ext cx="1874519" cy="925830"/>
          </a:xfrm>
          <a:prstGeom prst="rect">
            <a:avLst/>
          </a:prstGeom>
          <a:solidFill>
            <a:srgbClr val="D5D5D7"/>
          </a:solidFill>
          <a:ln>
            <a:noFill/>
          </a:ln>
        </p:spPr>
      </p:sp>
      <p:sp>
        <p:nvSpPr>
          <p:cNvPr id="263" name="Google Shape;263;p20"/>
          <p:cNvSpPr txBox="1">
            <a:spLocks noGrp="1"/>
          </p:cNvSpPr>
          <p:nvPr>
            <p:ph type="body" idx="1"/>
          </p:nvPr>
        </p:nvSpPr>
        <p:spPr>
          <a:xfrm>
            <a:off x="411480" y="2297430"/>
            <a:ext cx="187451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1pPr>
            <a:lvl2pPr marL="914400" lvl="1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2pPr>
            <a:lvl3pPr marL="1371600" lvl="2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3pPr>
            <a:lvl4pPr marL="1828800" lvl="3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4pPr>
            <a:lvl5pPr marL="2286000" lvl="4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5pPr>
            <a:lvl6pPr marL="2743200" lvl="5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6pPr>
            <a:lvl7pPr marL="3200400" lvl="6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7pPr>
            <a:lvl8pPr marL="3657600" lvl="7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8pPr>
            <a:lvl9pPr marL="4114800" lvl="8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9pPr>
          </a:lstStyle>
          <a:p>
            <a:endParaRPr/>
          </a:p>
        </p:txBody>
      </p:sp>
      <p:sp>
        <p:nvSpPr>
          <p:cNvPr id="264" name="Google Shape;264;p20"/>
          <p:cNvSpPr txBox="1">
            <a:spLocks noGrp="1"/>
          </p:cNvSpPr>
          <p:nvPr>
            <p:ph type="body" idx="3"/>
          </p:nvPr>
        </p:nvSpPr>
        <p:spPr>
          <a:xfrm>
            <a:off x="411481" y="2606040"/>
            <a:ext cx="1874519" cy="202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Char char="▪"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265" name="Google Shape;265;p20"/>
          <p:cNvSpPr>
            <a:spLocks noGrp="1"/>
          </p:cNvSpPr>
          <p:nvPr>
            <p:ph type="pic" idx="4"/>
          </p:nvPr>
        </p:nvSpPr>
        <p:spPr>
          <a:xfrm>
            <a:off x="2571604" y="1200150"/>
            <a:ext cx="1874519" cy="925830"/>
          </a:xfrm>
          <a:prstGeom prst="rect">
            <a:avLst/>
          </a:prstGeom>
          <a:solidFill>
            <a:srgbClr val="D5D5D7"/>
          </a:solidFill>
          <a:ln>
            <a:noFill/>
          </a:ln>
        </p:spPr>
      </p:sp>
      <p:sp>
        <p:nvSpPr>
          <p:cNvPr id="266" name="Google Shape;266;p20"/>
          <p:cNvSpPr txBox="1">
            <a:spLocks noGrp="1"/>
          </p:cNvSpPr>
          <p:nvPr>
            <p:ph type="body" idx="5"/>
          </p:nvPr>
        </p:nvSpPr>
        <p:spPr>
          <a:xfrm>
            <a:off x="2571604" y="2297430"/>
            <a:ext cx="187451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1pPr>
            <a:lvl2pPr marL="914400" lvl="1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2pPr>
            <a:lvl3pPr marL="1371600" lvl="2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3pPr>
            <a:lvl4pPr marL="1828800" lvl="3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4pPr>
            <a:lvl5pPr marL="2286000" lvl="4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5pPr>
            <a:lvl6pPr marL="2743200" lvl="5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6pPr>
            <a:lvl7pPr marL="3200400" lvl="6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7pPr>
            <a:lvl8pPr marL="3657600" lvl="7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8pPr>
            <a:lvl9pPr marL="4114800" lvl="8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9pPr>
          </a:lstStyle>
          <a:p>
            <a:endParaRPr/>
          </a:p>
        </p:txBody>
      </p:sp>
      <p:sp>
        <p:nvSpPr>
          <p:cNvPr id="267" name="Google Shape;267;p20"/>
          <p:cNvSpPr txBox="1">
            <a:spLocks noGrp="1"/>
          </p:cNvSpPr>
          <p:nvPr>
            <p:ph type="body" idx="6"/>
          </p:nvPr>
        </p:nvSpPr>
        <p:spPr>
          <a:xfrm>
            <a:off x="2571604" y="2606040"/>
            <a:ext cx="1874519" cy="202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Char char="▪"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268" name="Google Shape;268;p20"/>
          <p:cNvSpPr>
            <a:spLocks noGrp="1"/>
          </p:cNvSpPr>
          <p:nvPr>
            <p:ph type="pic" idx="7"/>
          </p:nvPr>
        </p:nvSpPr>
        <p:spPr>
          <a:xfrm>
            <a:off x="4697881" y="1200150"/>
            <a:ext cx="1874519" cy="925830"/>
          </a:xfrm>
          <a:prstGeom prst="rect">
            <a:avLst/>
          </a:prstGeom>
          <a:solidFill>
            <a:srgbClr val="D5D5D7"/>
          </a:solidFill>
          <a:ln>
            <a:noFill/>
          </a:ln>
        </p:spPr>
      </p:sp>
      <p:sp>
        <p:nvSpPr>
          <p:cNvPr id="269" name="Google Shape;269;p20"/>
          <p:cNvSpPr txBox="1">
            <a:spLocks noGrp="1"/>
          </p:cNvSpPr>
          <p:nvPr>
            <p:ph type="body" idx="8"/>
          </p:nvPr>
        </p:nvSpPr>
        <p:spPr>
          <a:xfrm>
            <a:off x="4697881" y="2297430"/>
            <a:ext cx="187451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1pPr>
            <a:lvl2pPr marL="914400" lvl="1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2pPr>
            <a:lvl3pPr marL="1371600" lvl="2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3pPr>
            <a:lvl4pPr marL="1828800" lvl="3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4pPr>
            <a:lvl5pPr marL="2286000" lvl="4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5pPr>
            <a:lvl6pPr marL="2743200" lvl="5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6pPr>
            <a:lvl7pPr marL="3200400" lvl="6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7pPr>
            <a:lvl8pPr marL="3657600" lvl="7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8pPr>
            <a:lvl9pPr marL="4114800" lvl="8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9pPr>
          </a:lstStyle>
          <a:p>
            <a:endParaRPr/>
          </a:p>
        </p:txBody>
      </p:sp>
      <p:sp>
        <p:nvSpPr>
          <p:cNvPr id="270" name="Google Shape;270;p20"/>
          <p:cNvSpPr txBox="1">
            <a:spLocks noGrp="1"/>
          </p:cNvSpPr>
          <p:nvPr>
            <p:ph type="body" idx="9"/>
          </p:nvPr>
        </p:nvSpPr>
        <p:spPr>
          <a:xfrm>
            <a:off x="4697881" y="2606040"/>
            <a:ext cx="1874519" cy="202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Char char="▪"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271" name="Google Shape;271;p20"/>
          <p:cNvSpPr>
            <a:spLocks noGrp="1"/>
          </p:cNvSpPr>
          <p:nvPr>
            <p:ph type="pic" idx="13"/>
          </p:nvPr>
        </p:nvSpPr>
        <p:spPr>
          <a:xfrm>
            <a:off x="6858001" y="1200150"/>
            <a:ext cx="1874519" cy="925830"/>
          </a:xfrm>
          <a:prstGeom prst="rect">
            <a:avLst/>
          </a:prstGeom>
          <a:solidFill>
            <a:srgbClr val="D5D5D7"/>
          </a:solidFill>
          <a:ln>
            <a:noFill/>
          </a:ln>
        </p:spPr>
      </p:sp>
      <p:sp>
        <p:nvSpPr>
          <p:cNvPr id="272" name="Google Shape;272;p20"/>
          <p:cNvSpPr txBox="1">
            <a:spLocks noGrp="1"/>
          </p:cNvSpPr>
          <p:nvPr>
            <p:ph type="body" idx="14"/>
          </p:nvPr>
        </p:nvSpPr>
        <p:spPr>
          <a:xfrm>
            <a:off x="6858001" y="2297430"/>
            <a:ext cx="187451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1pPr>
            <a:lvl2pPr marL="914400" lvl="1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2pPr>
            <a:lvl3pPr marL="1371600" lvl="2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3pPr>
            <a:lvl4pPr marL="1828800" lvl="3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4pPr>
            <a:lvl5pPr marL="2286000" lvl="4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5pPr>
            <a:lvl6pPr marL="2743200" lvl="5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6pPr>
            <a:lvl7pPr marL="3200400" lvl="6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7pPr>
            <a:lvl8pPr marL="3657600" lvl="7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8pPr>
            <a:lvl9pPr marL="4114800" lvl="8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/>
            </a:lvl9pPr>
          </a:lstStyle>
          <a:p>
            <a:endParaRPr/>
          </a:p>
        </p:txBody>
      </p:sp>
      <p:sp>
        <p:nvSpPr>
          <p:cNvPr id="273" name="Google Shape;273;p20"/>
          <p:cNvSpPr txBox="1">
            <a:spLocks noGrp="1"/>
          </p:cNvSpPr>
          <p:nvPr>
            <p:ph type="body" idx="15"/>
          </p:nvPr>
        </p:nvSpPr>
        <p:spPr>
          <a:xfrm>
            <a:off x="6858001" y="2606040"/>
            <a:ext cx="1874519" cy="202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051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75"/>
              <a:buChar char="▪"/>
              <a:defRPr sz="975"/>
            </a:lvl1pPr>
            <a:lvl2pPr marL="914400" lvl="1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2pPr>
            <a:lvl3pPr marL="1371600" lvl="2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3pPr>
            <a:lvl4pPr marL="1828800" lvl="3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4pPr>
            <a:lvl5pPr marL="2286000" lvl="4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5pPr>
            <a:lvl6pPr marL="2743200" lvl="5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6pPr>
            <a:lvl7pPr marL="3200400" lvl="6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7pPr>
            <a:lvl8pPr marL="3657600" lvl="7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8pPr>
            <a:lvl9pPr marL="4114800" lvl="8" indent="-29051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75"/>
              <a:buChar char="–"/>
              <a:defRPr sz="975"/>
            </a:lvl9pPr>
          </a:lstStyle>
          <a:p>
            <a:endParaRPr/>
          </a:p>
        </p:txBody>
      </p:sp>
      <p:sp>
        <p:nvSpPr>
          <p:cNvPr id="274" name="Google Shape;274;p20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5" name="Google Shape;275;p20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1786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30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>
  <p:cSld name="Section Header">
    <p:bg>
      <p:bgPr>
        <a:solidFill>
          <a:srgbClr val="221F20"/>
        </a:solidFill>
        <a:effectLst/>
      </p:bgPr>
    </p:bg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1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891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Arial"/>
              <a:buNone/>
              <a:defRPr sz="3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8" name="Google Shape;278;p21"/>
          <p:cNvSpPr txBox="1">
            <a:spLocks noGrp="1"/>
          </p:cNvSpPr>
          <p:nvPr>
            <p:ph type="body" idx="1"/>
          </p:nvPr>
        </p:nvSpPr>
        <p:spPr>
          <a:xfrm>
            <a:off x="411480" y="1611630"/>
            <a:ext cx="5096351" cy="301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  <a:defRPr sz="2100"/>
            </a:lvl1pPr>
            <a:lvl2pPr marL="914400" lvl="1" indent="-30956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75"/>
              <a:buFont typeface="Arial"/>
              <a:buChar char="▪"/>
              <a:defRPr/>
            </a:lvl2pPr>
            <a:lvl3pPr marL="1371600" lvl="2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3pPr>
            <a:lvl4pPr marL="1828800" lvl="3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4pPr>
            <a:lvl5pPr marL="2286000" lvl="4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5pPr>
            <a:lvl6pPr marL="2743200" lvl="5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6pPr>
            <a:lvl7pPr marL="3200400" lvl="6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7pPr>
            <a:lvl8pPr marL="3657600" lvl="7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8pPr>
            <a:lvl9pPr marL="4114800" lvl="8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9pPr>
          </a:lstStyle>
          <a:p>
            <a:endParaRPr/>
          </a:p>
        </p:txBody>
      </p:sp>
      <p:sp>
        <p:nvSpPr>
          <p:cNvPr id="279" name="Google Shape;279;p21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0" name="Google Shape;280;p21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1" name="Google Shape;281;p21"/>
          <p:cNvSpPr/>
          <p:nvPr/>
        </p:nvSpPr>
        <p:spPr>
          <a:xfrm>
            <a:off x="1040130" y="4970376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EDIT CONTROL STATEMENT UNDER &gt; VIEW &gt; SLIDE MASTER &gt; SCROLL TO TOP &gt; CHANGE HEADER AND FOOTER</a:t>
            </a:r>
            <a:endParaRPr/>
          </a:p>
        </p:txBody>
      </p:sp>
      <p:sp>
        <p:nvSpPr>
          <p:cNvPr id="282" name="Google Shape;282;p21"/>
          <p:cNvSpPr/>
          <p:nvPr/>
        </p:nvSpPr>
        <p:spPr>
          <a:xfrm>
            <a:off x="1040130" y="0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EDIT CONTROL STATEMENT UNDER &gt; VIEW &gt; SLIDE MASTER &gt; SCROLL TO TOP &gt; CHANGE HEADER AND FOOTER</a:t>
            </a:r>
            <a:endParaRPr/>
          </a:p>
        </p:txBody>
      </p:sp>
      <p:pic>
        <p:nvPicPr>
          <p:cNvPr id="283" name="Google Shape;283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- Image">
  <p:cSld name="Section Header - Image">
    <p:bg>
      <p:bgPr>
        <a:solidFill>
          <a:schemeClr val="lt1"/>
        </a:solidFill>
        <a:effectLst/>
      </p:bgPr>
    </p:bg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2"/>
          <p:cNvSpPr>
            <a:spLocks noGrp="1"/>
          </p:cNvSpPr>
          <p:nvPr>
            <p:ph type="pic" idx="2"/>
          </p:nvPr>
        </p:nvSpPr>
        <p:spPr>
          <a:xfrm>
            <a:off x="0" y="171450"/>
            <a:ext cx="9144000" cy="4800600"/>
          </a:xfrm>
          <a:prstGeom prst="rect">
            <a:avLst/>
          </a:prstGeom>
          <a:solidFill>
            <a:srgbClr val="565557"/>
          </a:solidFill>
          <a:ln>
            <a:noFill/>
          </a:ln>
        </p:spPr>
      </p:sp>
      <p:sp>
        <p:nvSpPr>
          <p:cNvPr id="286" name="Google Shape;286;p22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891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Arial"/>
              <a:buNone/>
              <a:defRPr sz="3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7" name="Google Shape;287;p22"/>
          <p:cNvSpPr txBox="1">
            <a:spLocks noGrp="1"/>
          </p:cNvSpPr>
          <p:nvPr>
            <p:ph type="body" idx="1"/>
          </p:nvPr>
        </p:nvSpPr>
        <p:spPr>
          <a:xfrm>
            <a:off x="411480" y="1611630"/>
            <a:ext cx="5096351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  <a:defRPr sz="2100"/>
            </a:lvl1pPr>
            <a:lvl2pPr marL="914400" lvl="1" indent="-30956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75"/>
              <a:buFont typeface="Arial"/>
              <a:buChar char="▪"/>
              <a:defRPr/>
            </a:lvl2pPr>
            <a:lvl3pPr marL="1371600" lvl="2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3pPr>
            <a:lvl4pPr marL="1828800" lvl="3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4pPr>
            <a:lvl5pPr marL="2286000" lvl="4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5pPr>
            <a:lvl6pPr marL="2743200" lvl="5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6pPr>
            <a:lvl7pPr marL="3200400" lvl="6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7pPr>
            <a:lvl8pPr marL="3657600" lvl="7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8pPr>
            <a:lvl9pPr marL="4114800" lvl="8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9pPr>
          </a:lstStyle>
          <a:p>
            <a:endParaRPr/>
          </a:p>
        </p:txBody>
      </p:sp>
      <p:sp>
        <p:nvSpPr>
          <p:cNvPr id="288" name="Google Shape;288;p22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9" name="Google Shape;289;p22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90" name="Google Shape;290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- White 01">
  <p:cSld name="Section Header - White 01">
    <p:bg>
      <p:bgPr>
        <a:solidFill>
          <a:schemeClr val="lt1"/>
        </a:solidFill>
        <a:effectLst/>
      </p:bgPr>
    </p:bg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3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891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p23"/>
          <p:cNvSpPr txBox="1">
            <a:spLocks noGrp="1"/>
          </p:cNvSpPr>
          <p:nvPr>
            <p:ph type="body" idx="1"/>
          </p:nvPr>
        </p:nvSpPr>
        <p:spPr>
          <a:xfrm>
            <a:off x="411480" y="1611630"/>
            <a:ext cx="5096351" cy="301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/>
            </a:lvl1pPr>
            <a:lvl2pPr marL="914400" lvl="1" indent="-30956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75"/>
              <a:buFont typeface="Arial"/>
              <a:buChar char="▪"/>
              <a:defRPr/>
            </a:lvl2pPr>
            <a:lvl3pPr marL="1371600" lvl="2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3pPr>
            <a:lvl4pPr marL="1828800" lvl="3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4pPr>
            <a:lvl5pPr marL="2286000" lvl="4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5pPr>
            <a:lvl6pPr marL="2743200" lvl="5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6pPr>
            <a:lvl7pPr marL="3200400" lvl="6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7pPr>
            <a:lvl8pPr marL="3657600" lvl="7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8pPr>
            <a:lvl9pPr marL="4114800" lvl="8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9pPr>
          </a:lstStyle>
          <a:p>
            <a:endParaRPr/>
          </a:p>
        </p:txBody>
      </p:sp>
      <p:sp>
        <p:nvSpPr>
          <p:cNvPr id="294" name="Google Shape;294;p23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23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- White 02">
  <p:cSld name="Section Header - White 02">
    <p:bg>
      <p:bgPr>
        <a:solidFill>
          <a:schemeClr val="lt1"/>
        </a:solidFill>
        <a:effectLst/>
      </p:bgPr>
    </p:bg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4"/>
          <p:cNvSpPr txBox="1">
            <a:spLocks noGrp="1"/>
          </p:cNvSpPr>
          <p:nvPr>
            <p:ph type="title"/>
          </p:nvPr>
        </p:nvSpPr>
        <p:spPr>
          <a:xfrm>
            <a:off x="411481" y="308610"/>
            <a:ext cx="402399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8" name="Google Shape;298;p24"/>
          <p:cNvSpPr txBox="1">
            <a:spLocks noGrp="1"/>
          </p:cNvSpPr>
          <p:nvPr>
            <p:ph type="body" idx="1"/>
          </p:nvPr>
        </p:nvSpPr>
        <p:spPr>
          <a:xfrm>
            <a:off x="411480" y="1200150"/>
            <a:ext cx="5096351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  <a:defRPr sz="2700"/>
            </a:lvl1pPr>
            <a:lvl2pPr marL="914400" lvl="1" indent="-30956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75"/>
              <a:buFont typeface="Arial"/>
              <a:buChar char="▪"/>
              <a:defRPr/>
            </a:lvl2pPr>
            <a:lvl3pPr marL="1371600" lvl="2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3pPr>
            <a:lvl4pPr marL="1828800" lvl="3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4pPr>
            <a:lvl5pPr marL="2286000" lvl="4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5pPr>
            <a:lvl6pPr marL="2743200" lvl="5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6pPr>
            <a:lvl7pPr marL="3200400" lvl="6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7pPr>
            <a:lvl8pPr marL="3657600" lvl="7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8pPr>
            <a:lvl9pPr marL="4114800" lvl="8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9pPr>
          </a:lstStyle>
          <a:p>
            <a:endParaRPr/>
          </a:p>
        </p:txBody>
      </p:sp>
      <p:sp>
        <p:nvSpPr>
          <p:cNvPr id="299" name="Google Shape;299;p24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0" name="Google Shape;300;p24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 - Half Image">
  <p:cSld name="Section Header - Half Image">
    <p:bg>
      <p:bgPr>
        <a:solidFill>
          <a:srgbClr val="221F20"/>
        </a:solidFill>
        <a:effectLst/>
      </p:bgPr>
    </p:bg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5"/>
          <p:cNvSpPr txBox="1">
            <a:spLocks noGrp="1"/>
          </p:cNvSpPr>
          <p:nvPr>
            <p:ph type="title"/>
          </p:nvPr>
        </p:nvSpPr>
        <p:spPr>
          <a:xfrm>
            <a:off x="411481" y="308611"/>
            <a:ext cx="4023995" cy="891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Arial"/>
              <a:buNone/>
              <a:defRPr sz="3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3" name="Google Shape;303;p25"/>
          <p:cNvSpPr txBox="1">
            <a:spLocks noGrp="1"/>
          </p:cNvSpPr>
          <p:nvPr>
            <p:ph type="body" idx="1"/>
          </p:nvPr>
        </p:nvSpPr>
        <p:spPr>
          <a:xfrm>
            <a:off x="411480" y="1611630"/>
            <a:ext cx="4023994" cy="301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75"/>
              <a:buFont typeface="Arial"/>
              <a:buNone/>
              <a:defRPr/>
            </a:lvl1pPr>
            <a:lvl2pPr marL="914400" lvl="1" indent="-30956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75"/>
              <a:buFont typeface="Arial"/>
              <a:buChar char="▪"/>
              <a:defRPr/>
            </a:lvl2pPr>
            <a:lvl3pPr marL="1371600" lvl="2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3pPr>
            <a:lvl4pPr marL="1828800" lvl="3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4pPr>
            <a:lvl5pPr marL="2286000" lvl="4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5pPr>
            <a:lvl6pPr marL="2743200" lvl="5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6pPr>
            <a:lvl7pPr marL="3200400" lvl="6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7pPr>
            <a:lvl8pPr marL="3657600" lvl="7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8pPr>
            <a:lvl9pPr marL="4114800" lvl="8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75"/>
              <a:buChar char="–"/>
              <a:defRPr/>
            </a:lvl9pPr>
          </a:lstStyle>
          <a:p>
            <a:endParaRPr/>
          </a:p>
        </p:txBody>
      </p:sp>
      <p:sp>
        <p:nvSpPr>
          <p:cNvPr id="304" name="Google Shape;304;p25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5" name="Google Shape;305;p25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6" name="Google Shape;306;p25"/>
          <p:cNvSpPr>
            <a:spLocks noGrp="1"/>
          </p:cNvSpPr>
          <p:nvPr>
            <p:ph type="pic" idx="2"/>
          </p:nvPr>
        </p:nvSpPr>
        <p:spPr>
          <a:xfrm>
            <a:off x="4708528" y="807244"/>
            <a:ext cx="4024311" cy="3821906"/>
          </a:xfrm>
          <a:prstGeom prst="rect">
            <a:avLst/>
          </a:prstGeom>
          <a:solidFill>
            <a:srgbClr val="D5D5D7"/>
          </a:solidFill>
          <a:ln>
            <a:noFill/>
          </a:ln>
        </p:spPr>
      </p:sp>
      <p:sp>
        <p:nvSpPr>
          <p:cNvPr id="307" name="Google Shape;307;p25"/>
          <p:cNvSpPr/>
          <p:nvPr/>
        </p:nvSpPr>
        <p:spPr>
          <a:xfrm>
            <a:off x="1040130" y="4970376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EDIT CONTROL STATEMENT UNDER &gt; VIEW &gt; SLIDE MASTER &gt; SCROLL TO TOP &gt; CHANGE HEADER AND FOOTER</a:t>
            </a:r>
            <a:endParaRPr/>
          </a:p>
        </p:txBody>
      </p:sp>
      <p:sp>
        <p:nvSpPr>
          <p:cNvPr id="308" name="Google Shape;308;p25"/>
          <p:cNvSpPr/>
          <p:nvPr/>
        </p:nvSpPr>
        <p:spPr>
          <a:xfrm>
            <a:off x="1040130" y="0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EDIT CONTROL STATEMENT UNDER &gt; VIEW &gt; SLIDE MASTER &gt; SCROLL TO TOP &gt; CHANGE HEADER AND FOOTER</a:t>
            </a:r>
            <a:endParaRPr/>
          </a:p>
        </p:txBody>
      </p:sp>
      <p:pic>
        <p:nvPicPr>
          <p:cNvPr id="309" name="Google Shape;309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- Half Image - White">
  <p:cSld name="Section Header - Half Image - White">
    <p:bg>
      <p:bgPr>
        <a:solidFill>
          <a:schemeClr val="lt1"/>
        </a:solidFill>
        <a:effectLst/>
      </p:bgPr>
    </p:bg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6"/>
          <p:cNvSpPr txBox="1">
            <a:spLocks noGrp="1"/>
          </p:cNvSpPr>
          <p:nvPr>
            <p:ph type="title"/>
          </p:nvPr>
        </p:nvSpPr>
        <p:spPr>
          <a:xfrm>
            <a:off x="411481" y="308611"/>
            <a:ext cx="4023995" cy="891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2" name="Google Shape;312;p26"/>
          <p:cNvSpPr txBox="1">
            <a:spLocks noGrp="1"/>
          </p:cNvSpPr>
          <p:nvPr>
            <p:ph type="body" idx="1"/>
          </p:nvPr>
        </p:nvSpPr>
        <p:spPr>
          <a:xfrm>
            <a:off x="411480" y="1611630"/>
            <a:ext cx="4023994" cy="301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75"/>
              <a:buFont typeface="Arial"/>
              <a:buNone/>
              <a:defRPr/>
            </a:lvl1pPr>
            <a:lvl2pPr marL="914400" lvl="1" indent="-309562" algn="l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75"/>
              <a:buFont typeface="Arial"/>
              <a:buChar char="▪"/>
              <a:defRPr/>
            </a:lvl2pPr>
            <a:lvl3pPr marL="1371600" lvl="2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3pPr>
            <a:lvl4pPr marL="1828800" lvl="3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4pPr>
            <a:lvl5pPr marL="2286000" lvl="4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5pPr>
            <a:lvl6pPr marL="2743200" lvl="5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6pPr>
            <a:lvl7pPr marL="3200400" lvl="6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7pPr>
            <a:lvl8pPr marL="3657600" lvl="7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8pPr>
            <a:lvl9pPr marL="4114800" lvl="8" indent="-309562" algn="l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Char char="–"/>
              <a:defRPr/>
            </a:lvl9pPr>
          </a:lstStyle>
          <a:p>
            <a:endParaRPr/>
          </a:p>
        </p:txBody>
      </p:sp>
      <p:sp>
        <p:nvSpPr>
          <p:cNvPr id="313" name="Google Shape;313;p26"/>
          <p:cNvSpPr>
            <a:spLocks noGrp="1"/>
          </p:cNvSpPr>
          <p:nvPr>
            <p:ph type="pic" idx="2"/>
          </p:nvPr>
        </p:nvSpPr>
        <p:spPr>
          <a:xfrm>
            <a:off x="4708528" y="807244"/>
            <a:ext cx="4024311" cy="3821906"/>
          </a:xfrm>
          <a:prstGeom prst="rect">
            <a:avLst/>
          </a:prstGeom>
          <a:solidFill>
            <a:srgbClr val="D5D5D7"/>
          </a:solidFill>
          <a:ln>
            <a:noFill/>
          </a:ln>
        </p:spPr>
      </p:sp>
      <p:sp>
        <p:nvSpPr>
          <p:cNvPr id="314" name="Google Shape;314;p26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5" name="Google Shape;315;p26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7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8" name="Google Shape;318;p27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9" name="Google Shape;319;p27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 - Black">
  <p:cSld name="Title Only - Black">
    <p:bg>
      <p:bgPr>
        <a:solidFill>
          <a:srgbClr val="221F20"/>
        </a:solidFill>
        <a:effectLst/>
      </p:bgPr>
    </p:bg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8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2" name="Google Shape;322;p28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3" name="Google Shape;323;p28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4" name="Google Shape;324;p28"/>
          <p:cNvSpPr/>
          <p:nvPr/>
        </p:nvSpPr>
        <p:spPr>
          <a:xfrm>
            <a:off x="1040130" y="4970376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EDIT CONTROL STATEMENT UNDER &gt; VIEW &gt; SLIDE MASTER &gt; SCROLL TO TOP &gt; CHANGE HEADER AND FOOTER</a:t>
            </a:r>
            <a:endParaRPr/>
          </a:p>
        </p:txBody>
      </p:sp>
      <p:sp>
        <p:nvSpPr>
          <p:cNvPr id="325" name="Google Shape;325;p28"/>
          <p:cNvSpPr/>
          <p:nvPr/>
        </p:nvSpPr>
        <p:spPr>
          <a:xfrm>
            <a:off x="1040130" y="0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EDIT CONTROL STATEMENT UNDER &gt; VIEW &gt; SLIDE MASTER &gt; SCROLL TO TOP &gt; CHANGE HEADER AND FOOTER</a:t>
            </a:r>
            <a:endParaRPr/>
          </a:p>
        </p:txBody>
      </p:sp>
      <p:pic>
        <p:nvPicPr>
          <p:cNvPr id="326" name="Google Shape;326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9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9" name="Google Shape;329;p29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 - Black">
  <p:cSld name="Blank - Black">
    <p:bg>
      <p:bgPr>
        <a:solidFill>
          <a:srgbClr val="221F20"/>
        </a:solidFill>
        <a:effectLst/>
      </p:bgPr>
    </p:bg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0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2" name="Google Shape;332;p30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3" name="Google Shape;333;p30"/>
          <p:cNvSpPr/>
          <p:nvPr/>
        </p:nvSpPr>
        <p:spPr>
          <a:xfrm>
            <a:off x="1040130" y="4970376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EDIT CONTROL STATEMENT UNDER &gt; VIEW &gt; SLIDE MASTER &gt; SCROLL TO TOP &gt; CHANGE HEADER AND FOOTER</a:t>
            </a:r>
            <a:endParaRPr/>
          </a:p>
        </p:txBody>
      </p:sp>
      <p:sp>
        <p:nvSpPr>
          <p:cNvPr id="334" name="Google Shape;334;p30"/>
          <p:cNvSpPr/>
          <p:nvPr/>
        </p:nvSpPr>
        <p:spPr>
          <a:xfrm>
            <a:off x="1040130" y="0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EDIT CONTROL STATEMENT UNDER &gt; VIEW &gt; SLIDE MASTER &gt; SCROLL TO TOP &gt; CHANGE HEADER AND FOOTER</a:t>
            </a:r>
            <a:endParaRPr/>
          </a:p>
        </p:txBody>
      </p:sp>
      <p:pic>
        <p:nvPicPr>
          <p:cNvPr id="335" name="Google Shape;335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">
  <p:cSld name="Thank You">
    <p:bg>
      <p:bgPr>
        <a:solidFill>
          <a:srgbClr val="221F20"/>
        </a:solidFill>
        <a:effectLst/>
      </p:bgPr>
    </p:bg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1"/>
          <p:cNvSpPr txBox="1"/>
          <p:nvPr/>
        </p:nvSpPr>
        <p:spPr>
          <a:xfrm>
            <a:off x="411162" y="1611630"/>
            <a:ext cx="832104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C01"/>
              </a:buClr>
              <a:buSzPts val="3600"/>
              <a:buFont typeface="Arial"/>
              <a:buNone/>
            </a:pPr>
            <a:r>
              <a:rPr lang="en" sz="3600" b="0" i="0" u="none" strike="noStrike" cap="none">
                <a:solidFill>
                  <a:srgbClr val="FFCC01"/>
                </a:solidFill>
                <a:latin typeface="Arial"/>
                <a:ea typeface="Arial"/>
                <a:cs typeface="Arial"/>
                <a:sym typeface="Arial"/>
              </a:rPr>
              <a:t>THANK YOU.</a:t>
            </a:r>
            <a:endParaRPr/>
          </a:p>
        </p:txBody>
      </p:sp>
      <p:sp>
        <p:nvSpPr>
          <p:cNvPr id="338" name="Google Shape;338;p31"/>
          <p:cNvSpPr txBox="1">
            <a:spLocks noGrp="1"/>
          </p:cNvSpPr>
          <p:nvPr>
            <p:ph type="body" idx="1"/>
          </p:nvPr>
        </p:nvSpPr>
        <p:spPr>
          <a:xfrm>
            <a:off x="411164" y="3614561"/>
            <a:ext cx="4024312" cy="1028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1pPr>
            <a:lvl2pPr marL="914400" lvl="1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2pPr>
            <a:lvl3pPr marL="1371600" lvl="2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3pPr>
            <a:lvl4pPr marL="1828800" lvl="3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4pPr>
            <a:lvl5pPr marL="2286000" lvl="4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5pPr>
            <a:lvl6pPr marL="2743200" lvl="5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6pPr>
            <a:lvl7pPr marL="3200400" lvl="6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7pPr>
            <a:lvl8pPr marL="3657600" lvl="7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8pPr>
            <a:lvl9pPr marL="4114800" lvl="8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9pPr>
          </a:lstStyle>
          <a:p>
            <a:endParaRPr/>
          </a:p>
        </p:txBody>
      </p:sp>
      <p:sp>
        <p:nvSpPr>
          <p:cNvPr id="339" name="Google Shape;339;p31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0" name="Google Shape;340;p31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41" name="Google Shape;341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Logo">
  <p:cSld name="Logo">
    <p:bg>
      <p:bgPr>
        <a:solidFill>
          <a:srgbClr val="221F20"/>
        </a:solidFill>
        <a:effectLst/>
      </p:bgPr>
    </p:bg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3" name="Google Shape;343;p32" descr="U.S. Army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120265" y="1645920"/>
            <a:ext cx="4903470" cy="1851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3"/>
        </a:solidFill>
        <a:effectLst/>
      </p:bgPr>
    </p:bg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3"/>
          <p:cNvSpPr txBox="1">
            <a:spLocks noGrp="1"/>
          </p:cNvSpPr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46" name="Google Shape;346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4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49" name="Google Shape;349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5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52" name="Google Shape;352;p35"/>
          <p:cNvSpPr txBox="1">
            <a:spLocks noGrp="1"/>
          </p:cNvSpPr>
          <p:nvPr>
            <p:ph type="body" idx="1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53" name="Google Shape;353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37">
            <a:alphaModFix/>
          </a:blip>
          <a:srcRect l="26274" t="67"/>
          <a:stretch/>
        </p:blipFill>
        <p:spPr>
          <a:xfrm>
            <a:off x="7821386" y="308611"/>
            <a:ext cx="911133" cy="35827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411479" y="1200149"/>
            <a:ext cx="832104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09562" algn="l" rtl="0">
              <a:lnSpc>
                <a:spcPct val="95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75"/>
              <a:buFont typeface="Arial"/>
              <a:buChar char="▪"/>
              <a:defRPr sz="1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9562" algn="l" rtl="0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Font typeface="Arial"/>
              <a:buChar char="–"/>
              <a:defRPr sz="1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9562" algn="l" rtl="0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Font typeface="Arial"/>
              <a:buChar char="–"/>
              <a:defRPr sz="1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9562" algn="l" rtl="0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Font typeface="Arial"/>
              <a:buChar char="–"/>
              <a:defRPr sz="1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9562" algn="l" rtl="0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Font typeface="Arial"/>
              <a:buChar char="–"/>
              <a:defRPr sz="1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9562" algn="l" rtl="0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Font typeface="Arial"/>
              <a:buChar char="–"/>
              <a:defRPr sz="1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9562" algn="l" rtl="0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Font typeface="Arial"/>
              <a:buChar char="–"/>
              <a:defRPr sz="1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9562" algn="l" rtl="0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Font typeface="Arial"/>
              <a:buChar char="–"/>
              <a:defRPr sz="1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9562" algn="l" rtl="0">
              <a:lnSpc>
                <a:spcPct val="95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75"/>
              <a:buFont typeface="Arial"/>
              <a:buChar char="–"/>
              <a:defRPr sz="127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"/>
          <p:cNvSpPr/>
          <p:nvPr/>
        </p:nvSpPr>
        <p:spPr>
          <a:xfrm>
            <a:off x="1040130" y="4970376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rgbClr val="2DAA27"/>
                </a:solidFill>
                <a:latin typeface="Arial"/>
                <a:ea typeface="Arial"/>
                <a:cs typeface="Arial"/>
                <a:sym typeface="Arial"/>
              </a:rPr>
              <a:t>UNCLASSIFIED / GENERAL</a:t>
            </a:r>
            <a:endParaRPr/>
          </a:p>
        </p:txBody>
      </p:sp>
      <p:sp>
        <p:nvSpPr>
          <p:cNvPr id="10" name="Google Shape;10;p1"/>
          <p:cNvSpPr/>
          <p:nvPr/>
        </p:nvSpPr>
        <p:spPr>
          <a:xfrm>
            <a:off x="1040130" y="0"/>
            <a:ext cx="706374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5" b="1" i="0" u="none" strike="noStrike" cap="none">
                <a:solidFill>
                  <a:srgbClr val="2DAA27"/>
                </a:solidFill>
                <a:latin typeface="Arial"/>
                <a:ea typeface="Arial"/>
                <a:cs typeface="Arial"/>
                <a:sym typeface="Arial"/>
              </a:rPr>
              <a:t>UNCLASSIFIED / GENERAL</a:t>
            </a:r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dt" idx="10"/>
          </p:nvPr>
        </p:nvSpPr>
        <p:spPr>
          <a:xfrm>
            <a:off x="410766" y="4972050"/>
            <a:ext cx="617934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5"/>
              <a:buFont typeface="Arial"/>
              <a:buNone/>
              <a:defRPr sz="525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" name="Google Shape;13;p1" descr="A picture containing icon&#10;&#10;AI-generated content may be incorrect."/>
          <p:cNvPicPr preferRelativeResize="0"/>
          <p:nvPr/>
        </p:nvPicPr>
        <p:blipFill rotWithShape="1">
          <a:blip r:embed="rId38">
            <a:alphaModFix/>
          </a:blip>
          <a:srcRect/>
          <a:stretch/>
        </p:blipFill>
        <p:spPr>
          <a:xfrm>
            <a:off x="7444515" y="318065"/>
            <a:ext cx="376871" cy="358278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">
          <p15:clr>
            <a:srgbClr val="F26B43"/>
          </p15:clr>
        </p15:guide>
        <p15:guide id="2" pos="345">
          <p15:clr>
            <a:srgbClr val="F26B43"/>
          </p15:clr>
        </p15:guide>
        <p15:guide id="3" pos="7335">
          <p15:clr>
            <a:srgbClr val="F26B43"/>
          </p15:clr>
        </p15:guide>
        <p15:guide id="4" orient="horz" pos="4061">
          <p15:clr>
            <a:srgbClr val="F26B43"/>
          </p15:clr>
        </p15:guide>
        <p15:guide id="5" pos="1018">
          <p15:clr>
            <a:srgbClr val="A4A3A4"/>
          </p15:clr>
        </p15:guide>
        <p15:guide id="6" pos="1248">
          <p15:clr>
            <a:srgbClr val="A4A3A4"/>
          </p15:clr>
        </p15:guide>
        <p15:guide id="7" pos="2148">
          <p15:clr>
            <a:srgbClr val="A4A3A4"/>
          </p15:clr>
        </p15:guide>
        <p15:guide id="8" pos="3052">
          <p15:clr>
            <a:srgbClr val="A4A3A4"/>
          </p15:clr>
        </p15:guide>
        <p15:guide id="9" pos="3954">
          <p15:clr>
            <a:srgbClr val="A4A3A4"/>
          </p15:clr>
        </p15:guide>
        <p15:guide id="10" pos="3724">
          <p15:clr>
            <a:srgbClr val="A4A3A4"/>
          </p15:clr>
        </p15:guide>
        <p15:guide id="11" pos="4858">
          <p15:clr>
            <a:srgbClr val="A4A3A4"/>
          </p15:clr>
        </p15:guide>
        <p15:guide id="12" pos="5784">
          <p15:clr>
            <a:srgbClr val="A4A3A4"/>
          </p15:clr>
        </p15:guide>
        <p15:guide id="13" pos="6660">
          <p15:clr>
            <a:srgbClr val="A4A3A4"/>
          </p15:clr>
        </p15:guide>
        <p15:guide id="14" pos="1920">
          <p15:clr>
            <a:srgbClr val="A4A3A4"/>
          </p15:clr>
        </p15:guide>
        <p15:guide id="15" pos="2822">
          <p15:clr>
            <a:srgbClr val="A4A3A4"/>
          </p15:clr>
        </p15:guide>
        <p15:guide id="16" pos="4626">
          <p15:clr>
            <a:srgbClr val="A4A3A4"/>
          </p15:clr>
        </p15:guide>
        <p15:guide id="17" pos="5530">
          <p15:clr>
            <a:srgbClr val="A4A3A4"/>
          </p15:clr>
        </p15:guide>
        <p15:guide id="18" pos="6434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070E2C-C69B-CF2A-4AFC-23A14A6A07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FD8E2E-8543-A688-763B-E884BB31846B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30D199-3936-A1F3-B0EB-089330973D56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46C0D10-A9D9-A711-D381-3D00C47E0FBF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8D0B74B-73C2-B2A1-57AF-63998F4A4F49}"/>
              </a:ext>
            </a:extLst>
          </p:cNvPr>
          <p:cNvSpPr>
            <a:spLocks noGrp="1"/>
          </p:cNvSpPr>
          <p:nvPr>
            <p:ph type="body" idx="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9903D50-9478-61DD-97EF-868FFEC1A203}"/>
              </a:ext>
            </a:extLst>
          </p:cNvPr>
          <p:cNvSpPr>
            <a:spLocks noGrp="1"/>
          </p:cNvSpPr>
          <p:nvPr>
            <p:ph type="body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E0195E4-F595-93CB-A46C-7430AD0680AD}"/>
              </a:ext>
            </a:extLst>
          </p:cNvPr>
          <p:cNvSpPr>
            <a:spLocks noGrp="1"/>
          </p:cNvSpPr>
          <p:nvPr>
            <p:ph type="body" idx="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B959FF5-1EE2-7B58-60C8-30418EF2E627}"/>
              </a:ext>
            </a:extLst>
          </p:cNvPr>
          <p:cNvSpPr>
            <a:spLocks noGrp="1"/>
          </p:cNvSpPr>
          <p:nvPr>
            <p:ph type="body" idx="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D2EDCAF-FCD3-27B6-7A7D-482980E30A32}"/>
              </a:ext>
            </a:extLst>
          </p:cNvPr>
          <p:cNvSpPr>
            <a:spLocks noGrp="1"/>
          </p:cNvSpPr>
          <p:nvPr>
            <p:ph type="body" idx="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30A370C-AC35-54DB-180E-CF84A6DE97E5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77" name="Google Shape;377;p39"/>
          <p:cNvSpPr txBox="1">
            <a:spLocks noGrp="1"/>
          </p:cNvSpPr>
          <p:nvPr>
            <p:ph type="ctrTitle"/>
          </p:nvPr>
        </p:nvSpPr>
        <p:spPr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 dirty="0">
                <a:solidFill>
                  <a:schemeClr val="bg1"/>
                </a:solidFill>
              </a:rPr>
              <a:t>CONDITIONAL STATEMENTS AND LOOPS</a:t>
            </a:r>
          </a:p>
        </p:txBody>
      </p:sp>
      <p:sp>
        <p:nvSpPr>
          <p:cNvPr id="14" name="Subtitle 13">
            <a:extLst>
              <a:ext uri="{FF2B5EF4-FFF2-40B4-BE49-F238E27FC236}">
                <a16:creationId xmlns:a16="http://schemas.microsoft.com/office/drawing/2014/main" id="{375DF464-1047-E0FE-E481-3664C51B5C5B}"/>
              </a:ext>
            </a:extLst>
          </p:cNvPr>
          <p:cNvSpPr>
            <a:spLocks noGrp="1"/>
          </p:cNvSpPr>
          <p:nvPr>
            <p:ph type="subTitle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D1E60D9-3A05-7A61-72B6-7F9C21F9F660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0"/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 dirty="0"/>
              <a:t>REVIEW: WHAT IS A BOOLEAN?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35918C-B346-7975-724C-F13EDA1D57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CFF55-7A93-B809-B415-86211FFC3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 Diagrams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D8F578-8096-8B90-078A-B8A4C5B3AF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787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1"/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/>
              <a:t>CONDITIONAL STATEMENTS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679F32-1E61-7397-F13C-41965F970D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Conditions are expressions that evaluate to a Boolean value</a:t>
            </a:r>
          </a:p>
          <a:p>
            <a:r>
              <a:rPr lang="en-US" dirty="0"/>
              <a:t>They often involve comparison operators (&lt;, &gt;, ==, !=, &lt;=, &gt;=) and logical operators (and, or, not)</a:t>
            </a:r>
          </a:p>
          <a:p>
            <a:endParaRPr lang="en-US" dirty="0"/>
          </a:p>
          <a:p>
            <a:r>
              <a:rPr lang="en-US" dirty="0"/>
              <a:t>Python relies on indentation (whitespace at the beginning of a line) to define code blocks</a:t>
            </a:r>
          </a:p>
          <a:p>
            <a:endParaRPr lang="en-US" dirty="0"/>
          </a:p>
          <a:p>
            <a:r>
              <a:rPr lang="en-US" dirty="0"/>
              <a:t>Incorrect indentation will lead to errors.</a:t>
            </a:r>
          </a:p>
          <a:p>
            <a:endParaRPr lang="en-US" dirty="0"/>
          </a:p>
          <a:p>
            <a:r>
              <a:rPr lang="en-US" dirty="0"/>
              <a:t>You can create Nested Conditional Statements to control the flow of code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2"/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/>
              <a:t>THE "IF" STATEMENT</a:t>
            </a:r>
          </a:p>
        </p:txBody>
      </p:sp>
      <p:sp>
        <p:nvSpPr>
          <p:cNvPr id="394" name="Google Shape;394;p42"/>
          <p:cNvSpPr txBox="1"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 dirty="0"/>
              <a:t>Executes a block of code only if a given condition evaluates to True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Syntax: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if condition: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   # code</a:t>
            </a:r>
          </a:p>
          <a:p>
            <a:pPr lvl="1"/>
            <a:endParaRPr lang="en-US" dirty="0">
              <a:sym typeface="Consolas"/>
            </a:endParaRPr>
          </a:p>
          <a:p>
            <a:pPr lvl="0"/>
            <a:r>
              <a:rPr lang="en-US" dirty="0"/>
              <a:t>Example: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age = 20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if age &gt;= 18: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    print(“You are eligible to vote.”)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3"/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/>
              <a:t>THE “ELSE” STATEMENT</a:t>
            </a:r>
          </a:p>
        </p:txBody>
      </p:sp>
      <p:sp>
        <p:nvSpPr>
          <p:cNvPr id="400" name="Google Shape;400;p43"/>
          <p:cNvSpPr txBox="1">
            <a:spLocks noGrp="1"/>
          </p:cNvSpPr>
          <p:nvPr>
            <p:ph type="body" idx="1"/>
          </p:nvPr>
        </p:nvSpPr>
        <p:spPr>
          <a:xfrm>
            <a:off x="411480" y="864524"/>
            <a:ext cx="5096352" cy="3764625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 dirty="0"/>
              <a:t>“Else” is used in conjunction with “if” </a:t>
            </a:r>
          </a:p>
          <a:p>
            <a:pPr lvl="0"/>
            <a:r>
              <a:rPr lang="en-US" dirty="0"/>
              <a:t>Provides an alternate block of code to execute if the “if” condition evaluates to false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Syntax: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if condition:</a:t>
            </a:r>
            <a:endParaRPr lang="en-US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buSzPct val="100000"/>
              <a:buFont typeface="+mj-lt"/>
              <a:buAutoNum type="arabicPeriod"/>
            </a:pP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    # code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else condition: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    # code</a:t>
            </a:r>
          </a:p>
          <a:p>
            <a:pPr lvl="1"/>
            <a:endParaRPr lang="en-US" dirty="0">
              <a:sym typeface="Consolas"/>
            </a:endParaRPr>
          </a:p>
          <a:p>
            <a:pPr lvl="0"/>
            <a:r>
              <a:rPr lang="en-US" dirty="0"/>
              <a:t>Example: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temperature = 78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if temperature &gt; 85: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    print(“It’s hot out today!”)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else: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    print(“It’s not too hot.”)</a:t>
            </a:r>
          </a:p>
          <a:p>
            <a:pPr lvl="0"/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4"/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/>
              <a:t>THE “ELIF” STATEMENT</a:t>
            </a:r>
          </a:p>
        </p:txBody>
      </p:sp>
      <p:sp>
        <p:nvSpPr>
          <p:cNvPr id="406" name="Google Shape;406;p44"/>
          <p:cNvSpPr txBox="1">
            <a:spLocks noGrp="1"/>
          </p:cNvSpPr>
          <p:nvPr>
            <p:ph type="body" idx="1"/>
          </p:nvPr>
        </p:nvSpPr>
        <p:spPr>
          <a:xfrm>
            <a:off x="411480" y="931025"/>
            <a:ext cx="5096352" cy="3903864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lvl="0"/>
            <a:r>
              <a:rPr lang="en-US" dirty="0"/>
              <a:t>“</a:t>
            </a:r>
            <a:r>
              <a:rPr lang="en-US" dirty="0" err="1"/>
              <a:t>elif</a:t>
            </a:r>
            <a:r>
              <a:rPr lang="en-US" dirty="0"/>
              <a:t>” is short for else-if</a:t>
            </a:r>
          </a:p>
          <a:p>
            <a:pPr lvl="0"/>
            <a:r>
              <a:rPr lang="en-US" dirty="0"/>
              <a:t>It allows for checking multiple conditions sequentially</a:t>
            </a:r>
          </a:p>
          <a:p>
            <a:pPr lvl="0"/>
            <a:r>
              <a:rPr lang="en-US" dirty="0"/>
              <a:t>If the “if” condition evaluates to false, the “</a:t>
            </a:r>
            <a:r>
              <a:rPr lang="en-US" dirty="0" err="1"/>
              <a:t>elif</a:t>
            </a:r>
            <a:r>
              <a:rPr lang="en-US" dirty="0"/>
              <a:t>” statements are evaluated in order until one evaluates to True</a:t>
            </a:r>
          </a:p>
          <a:p>
            <a:pPr lvl="0"/>
            <a:r>
              <a:rPr lang="en-US" dirty="0"/>
              <a:t>Syntax: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if condition: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buSzPct val="100000"/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    # code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elif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 condition: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    # code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else condition: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    # code</a:t>
            </a:r>
          </a:p>
          <a:p>
            <a:pPr lvl="1"/>
            <a:endParaRPr lang="en-US" dirty="0">
              <a:sym typeface="Consolas"/>
            </a:endParaRPr>
          </a:p>
          <a:p>
            <a:pPr lvl="0"/>
            <a:r>
              <a:rPr lang="en-US" dirty="0"/>
              <a:t>Example: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score = 89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if score &gt;= 90: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    print(“Grade: A”)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elif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 score &gt;= 80: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    print(“Grade: B”)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elif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 score &gt;= 70: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    print(“Grade: C”)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elif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 score &gt;= 60: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    print(“Grade: D”)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else: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    print(“Grade: F”)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5"/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US"/>
              <a:t>NESTED CONDITIONAL STATEMENTS	</a:t>
            </a:r>
          </a:p>
        </p:txBody>
      </p:sp>
      <p:sp>
        <p:nvSpPr>
          <p:cNvPr id="412" name="Google Shape;412;p45"/>
          <p:cNvSpPr txBox="1">
            <a:spLocks noGrp="1"/>
          </p:cNvSpPr>
          <p:nvPr>
            <p:ph type="body" idx="1"/>
          </p:nvPr>
        </p:nvSpPr>
        <p:spPr>
          <a:xfrm>
            <a:off x="411479" y="1200149"/>
            <a:ext cx="7248699" cy="3675266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lvl="0"/>
            <a:r>
              <a:rPr lang="en-US" dirty="0"/>
              <a:t>You can place “if” or “if...else” statements inside other “if” or “else” blocks to create more complex decision structures.</a:t>
            </a:r>
          </a:p>
          <a:p>
            <a:pPr lvl="1"/>
            <a:endParaRPr lang="en-US" dirty="0">
              <a:sym typeface="Consolas"/>
            </a:endParaRPr>
          </a:p>
          <a:p>
            <a:pPr lvl="0"/>
            <a:r>
              <a:rPr lang="en-US" dirty="0"/>
              <a:t>Example:</a:t>
            </a:r>
          </a:p>
          <a:p>
            <a:pPr lvl="0"/>
            <a:endParaRPr lang="en-US" dirty="0">
              <a:sym typeface="Consolas"/>
            </a:endParaRPr>
          </a:p>
          <a:p>
            <a:pPr lvl="1">
              <a:buSzPct val="100000"/>
              <a:buFont typeface="+mj-lt"/>
              <a:buAutoNum type="arabicPeriod"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weather = "rainy“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buSzPct val="100000"/>
              <a:buFont typeface="+mj-lt"/>
              <a:buAutoNum type="arabicPeriod"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temperature = 45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buSzPct val="100000"/>
              <a:buFont typeface="+mj-lt"/>
              <a:buAutoNum type="arabicPeriod"/>
            </a:pP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  <a:sym typeface="Consolas"/>
            </a:endParaRPr>
          </a:p>
          <a:p>
            <a:pPr lvl="1">
              <a:buSzPct val="100000"/>
              <a:buFont typeface="+mj-lt"/>
              <a:buAutoNum type="arabicPeriod"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if weather == "rainy":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   if temperature &lt; 50: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      print("It's cold and rainy. Wear a jacket and bring an umbrella.")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   else: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buSzPct val="100000"/>
              <a:buFont typeface="+mj-lt"/>
              <a:buAutoNum type="arabicPeriod"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      print("It's rainy but warm. Just bring an umbrella.")</a:t>
            </a:r>
          </a:p>
          <a:p>
            <a:pPr lvl="1">
              <a:buSzPct val="100000"/>
              <a:buFont typeface="+mj-lt"/>
              <a:buAutoNum type="arabicPeriod"/>
            </a:pP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  <a:sym typeface="Consolas"/>
            </a:endParaRPr>
          </a:p>
          <a:p>
            <a:pPr lvl="1">
              <a:buSzPct val="100000"/>
              <a:buFont typeface="+mj-lt"/>
              <a:buAutoNum type="arabicPeriod"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else:</a:t>
            </a:r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buSzPct val="100000"/>
              <a:buFont typeface="+mj-lt"/>
              <a:buAutoNum type="arabicPeriod"/>
            </a:pP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  <a:sym typeface="Consolas"/>
              </a:rPr>
              <a:t>   print("No rain today. Enjoy the weather!")</a:t>
            </a:r>
          </a:p>
          <a:p>
            <a:pPr lvl="0"/>
            <a:endParaRPr lang="en-US" dirty="0">
              <a:sym typeface="Consolas"/>
            </a:endParaRPr>
          </a:p>
          <a:p>
            <a:pPr lvl="0"/>
            <a:r>
              <a:rPr lang="en-US" dirty="0"/>
              <a:t>Code Examples</a:t>
            </a:r>
            <a:endParaRPr lang="en-US" dirty="0">
              <a:sym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6"/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/>
              <a:t>KEY CONCEPTS	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AEAC1C-5EDD-01CE-9B65-1B899B68E9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1479" y="1200149"/>
            <a:ext cx="8217131" cy="3429000"/>
          </a:xfrm>
        </p:spPr>
        <p:txBody>
          <a:bodyPr/>
          <a:lstStyle/>
          <a:p>
            <a:r>
              <a:rPr lang="en-US" dirty="0"/>
              <a:t>Conditions are expressions that evaluate to a Boolean value (True or False)</a:t>
            </a:r>
          </a:p>
          <a:p>
            <a:r>
              <a:rPr lang="en-US" dirty="0"/>
              <a:t>They often involve comparison operators (e.g., &gt;, &lt;, ==, !=, &gt;=, &lt;=) and logical operators (e.g., and, or, not)</a:t>
            </a:r>
          </a:p>
          <a:p>
            <a:r>
              <a:rPr lang="en-US" dirty="0"/>
              <a:t>Python uses indentation to define code blocks.</a:t>
            </a:r>
          </a:p>
          <a:p>
            <a:endParaRPr lang="en-US" dirty="0"/>
          </a:p>
          <a:p>
            <a:r>
              <a:rPr lang="en-US" dirty="0"/>
              <a:t>The code indented under an if, </a:t>
            </a:r>
            <a:r>
              <a:rPr lang="en-US" dirty="0" err="1"/>
              <a:t>elif</a:t>
            </a:r>
            <a:r>
              <a:rPr lang="en-US" dirty="0"/>
              <a:t>, or else statement belongs to that specific conditional block.</a:t>
            </a:r>
          </a:p>
          <a:p>
            <a:r>
              <a:rPr lang="en-US" dirty="0"/>
              <a:t>Conditional statements enable "branching" in your code, directing the program's execution down different paths based on the evaluated conditions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7"/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US"/>
              <a:t>EXERCISE - CONDITIONAL STATEMENTS</a:t>
            </a:r>
          </a:p>
        </p:txBody>
      </p:sp>
      <p:sp>
        <p:nvSpPr>
          <p:cNvPr id="424" name="Google Shape;424;p47"/>
          <p:cNvSpPr txBox="1"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 dirty="0"/>
              <a:t>5 minutes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Write a function that checks a number and returns “positive,” “zero,” or “negative”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48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891778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/>
              <a:t>LOOPS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25CB88-856A-4F38-01D8-3412AE6C03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30" name="Google Shape;430;p48"/>
          <p:cNvSpPr txBox="1"/>
          <p:nvPr/>
        </p:nvSpPr>
        <p:spPr>
          <a:xfrm>
            <a:off x="0" y="973667"/>
            <a:ext cx="8565850" cy="3848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"/>
              <a:buChar char="●"/>
            </a:pPr>
            <a:r>
              <a:rPr lang="en" sz="18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Fundamental control flow structures used to execute a block of code repeatedly</a:t>
            </a:r>
            <a:endParaRPr/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"/>
              <a:buChar char="●"/>
            </a:pPr>
            <a:r>
              <a:rPr lang="en" sz="18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Two primary types of loops are “for” and “while” loops, which have distinct purposes</a:t>
            </a:r>
            <a:endParaRPr/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"/>
              <a:buChar char="●"/>
            </a:pPr>
            <a:r>
              <a:rPr lang="en" sz="18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You can nest loops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9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891778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/>
              <a:t>RANGE() FUNCTION</a:t>
            </a:r>
          </a:p>
          <a:p>
            <a:pPr lvl="0"/>
            <a:endParaRPr lang="en-US"/>
          </a:p>
        </p:txBody>
      </p:sp>
      <p:sp>
        <p:nvSpPr>
          <p:cNvPr id="436" name="Google Shape;436;p49"/>
          <p:cNvSpPr txBox="1">
            <a:spLocks noGrp="1"/>
          </p:cNvSpPr>
          <p:nvPr>
            <p:ph type="body" idx="1"/>
          </p:nvPr>
        </p:nvSpPr>
        <p:spPr>
          <a:xfrm>
            <a:off x="411480" y="1611630"/>
            <a:ext cx="5096351" cy="3017520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47500" lnSpcReduction="20000"/>
          </a:bodyPr>
          <a:lstStyle/>
          <a:p>
            <a:pPr lvl="0"/>
            <a:r>
              <a:rPr lang="en-US"/>
              <a:t>A built-in Python function</a:t>
            </a:r>
          </a:p>
          <a:p>
            <a:pPr lvl="0"/>
            <a:r>
              <a:rPr lang="en-US"/>
              <a:t>Output is a “range object,” which is an immutable sequence type and memory efficient compared to a list</a:t>
            </a:r>
          </a:p>
          <a:p>
            <a:pPr lvl="0"/>
            <a:r>
              <a:rPr lang="en-US"/>
              <a:t>range(stop)</a:t>
            </a:r>
          </a:p>
          <a:p>
            <a:pPr lvl="1"/>
            <a:r>
              <a:rPr lang="en-US"/>
              <a:t>Generates a sequence of numbers starting from 0 (default) up to, but not including, the stop value</a:t>
            </a:r>
          </a:p>
          <a:p>
            <a:pPr lvl="1"/>
            <a:r>
              <a:rPr lang="en-US"/>
              <a:t>The numbers increment by 1 (default)</a:t>
            </a:r>
          </a:p>
          <a:p>
            <a:pPr lvl="1"/>
            <a:r>
              <a:rPr lang="en-US"/>
              <a:t>Example: range(5) generates 0, 1, 2, 3, 4</a:t>
            </a:r>
          </a:p>
          <a:p>
            <a:pPr lvl="0"/>
            <a:r>
              <a:rPr lang="en-US"/>
              <a:t>range(start, stop)</a:t>
            </a:r>
          </a:p>
          <a:p>
            <a:pPr lvl="1"/>
            <a:r>
              <a:rPr lang="en-US"/>
              <a:t>Generates a sequence of numbers starting from the start value (inclusive) up to, but not including, the stop value</a:t>
            </a:r>
          </a:p>
          <a:p>
            <a:pPr lvl="1"/>
            <a:r>
              <a:rPr lang="en-US"/>
              <a:t>The numbers increment by 1 (default)</a:t>
            </a:r>
          </a:p>
          <a:p>
            <a:pPr lvl="1"/>
            <a:r>
              <a:rPr lang="en-US"/>
              <a:t>Example: range(2, 7) generates 2, 3, 4, 5, 6</a:t>
            </a:r>
          </a:p>
          <a:p>
            <a:pPr lvl="0"/>
            <a:r>
              <a:rPr lang="en-US"/>
              <a:t>range(start, stop, step)</a:t>
            </a:r>
          </a:p>
          <a:p>
            <a:pPr lvl="1"/>
            <a:r>
              <a:rPr lang="en-US"/>
              <a:t>Generates a sequence of numbers starting from the start value (inclusive) up to, but not including, the stop value</a:t>
            </a:r>
          </a:p>
          <a:p>
            <a:pPr lvl="1"/>
            <a:r>
              <a:rPr lang="en-US"/>
              <a:t>The numbers increment or decrement by the step value (integer!)</a:t>
            </a:r>
          </a:p>
          <a:p>
            <a:pPr lvl="1"/>
            <a:r>
              <a:rPr lang="en-US"/>
              <a:t>If step is positive, it increments. If step is negative, it decrements (for counting backwards).</a:t>
            </a:r>
          </a:p>
          <a:p>
            <a:pPr lvl="1"/>
            <a:r>
              <a:rPr lang="en-US"/>
              <a:t>step cannot be 0, as it would lead to an infinite loop and raise a ValueError</a:t>
            </a:r>
          </a:p>
          <a:p>
            <a:pPr lvl="1"/>
            <a:r>
              <a:rPr lang="en-US"/>
              <a:t>Example: range(1, 10, 2) generates 1, 3, 5, 7, 9</a:t>
            </a:r>
          </a:p>
          <a:p>
            <a:pPr lvl="1"/>
            <a:r>
              <a:rPr lang="en-US"/>
              <a:t>Example: range(5, 0, -1) generates 5, 4, 3, 2, 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50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891778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/>
              <a:t>“FOR” LOOP</a:t>
            </a:r>
          </a:p>
        </p:txBody>
      </p:sp>
      <p:sp>
        <p:nvSpPr>
          <p:cNvPr id="442" name="Google Shape;442;p50"/>
          <p:cNvSpPr txBox="1">
            <a:spLocks noGrp="1"/>
          </p:cNvSpPr>
          <p:nvPr>
            <p:ph type="body" idx="1"/>
          </p:nvPr>
        </p:nvSpPr>
        <p:spPr>
          <a:xfrm>
            <a:off x="411480" y="1611630"/>
            <a:ext cx="5096351" cy="3017520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lvl="0"/>
            <a:r>
              <a:rPr lang="en-US"/>
              <a:t>For loops iterate over a sequence, such as a list, tuple, string, or range, or other iterable objects</a:t>
            </a:r>
          </a:p>
          <a:p>
            <a:pPr lvl="0"/>
            <a:r>
              <a:rPr lang="en-US"/>
              <a:t>A block of code is executed once for each item in the sequence</a:t>
            </a:r>
          </a:p>
          <a:p>
            <a:pPr lvl="0"/>
            <a:endParaRPr lang="en-US"/>
          </a:p>
          <a:p>
            <a:pPr lvl="0"/>
            <a:r>
              <a:rPr lang="en-US"/>
              <a:t>Syntax:</a:t>
            </a:r>
          </a:p>
          <a:p>
            <a:pPr lvl="0"/>
            <a:r>
              <a:rPr lang="en-US">
                <a:sym typeface="Consolas"/>
              </a:rPr>
              <a:t>for variable in sequence:</a:t>
            </a:r>
          </a:p>
          <a:p>
            <a:pPr lvl="0"/>
            <a:r>
              <a:rPr lang="en-US">
                <a:sym typeface="Consolas"/>
              </a:rPr>
              <a:t>    # code</a:t>
            </a:r>
          </a:p>
          <a:p>
            <a:pPr lvl="0"/>
            <a:endParaRPr lang="en-US">
              <a:sym typeface="Consolas"/>
            </a:endParaRPr>
          </a:p>
          <a:p>
            <a:pPr lvl="0"/>
            <a:r>
              <a:rPr lang="en-US"/>
              <a:t>Example:</a:t>
            </a:r>
          </a:p>
          <a:p>
            <a:pPr lvl="0"/>
            <a:r>
              <a:rPr lang="en-US">
                <a:sym typeface="Consolas"/>
              </a:rPr>
              <a:t>fruits = ["apple", "banana", "cherry"]</a:t>
            </a:r>
          </a:p>
          <a:p>
            <a:pPr lvl="0"/>
            <a:r>
              <a:rPr lang="en-US">
                <a:sym typeface="Consolas"/>
              </a:rPr>
              <a:t>for fruit in fruits:</a:t>
            </a:r>
          </a:p>
          <a:p>
            <a:pPr lvl="0"/>
            <a:r>
              <a:rPr lang="en-US">
                <a:sym typeface="Consolas"/>
              </a:rPr>
              <a:t>    print(fruit)</a:t>
            </a:r>
          </a:p>
          <a:p>
            <a:pPr lvl="0"/>
            <a:endParaRPr lang="en-US">
              <a:sym typeface="Consolas"/>
            </a:endParaRPr>
          </a:p>
          <a:p>
            <a:pPr lvl="0"/>
            <a:endParaRPr lang="en-US">
              <a:sym typeface="Consola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1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891778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/>
              <a:t>“WHILE” LOOP</a:t>
            </a:r>
          </a:p>
        </p:txBody>
      </p:sp>
      <p:sp>
        <p:nvSpPr>
          <p:cNvPr id="448" name="Google Shape;448;p51"/>
          <p:cNvSpPr txBox="1">
            <a:spLocks noGrp="1"/>
          </p:cNvSpPr>
          <p:nvPr>
            <p:ph type="body" idx="1"/>
          </p:nvPr>
        </p:nvSpPr>
        <p:spPr>
          <a:xfrm>
            <a:off x="411480" y="1611630"/>
            <a:ext cx="5096351" cy="3017520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lvl="0"/>
            <a:r>
              <a:rPr lang="en-US"/>
              <a:t>While loops execute a block of statements repeatedly as long as a given condition is True</a:t>
            </a:r>
          </a:p>
          <a:p>
            <a:pPr lvl="0"/>
            <a:r>
              <a:rPr lang="en-US"/>
              <a:t>The loop continues to execute until the condition becomes false</a:t>
            </a:r>
          </a:p>
          <a:p>
            <a:pPr lvl="0"/>
            <a:r>
              <a:rPr lang="en-US"/>
              <a:t>Forever loops</a:t>
            </a:r>
          </a:p>
          <a:p>
            <a:pPr lvl="0"/>
            <a:endParaRPr lang="en-US"/>
          </a:p>
          <a:p>
            <a:pPr lvl="0"/>
            <a:r>
              <a:rPr lang="en-US"/>
              <a:t>Syntax:</a:t>
            </a:r>
          </a:p>
          <a:p>
            <a:pPr lvl="0"/>
            <a:r>
              <a:rPr lang="en-US">
                <a:sym typeface="Consolas"/>
              </a:rPr>
              <a:t>while condition:</a:t>
            </a:r>
          </a:p>
          <a:p>
            <a:pPr lvl="0"/>
            <a:r>
              <a:rPr lang="en-US">
                <a:sym typeface="Consolas"/>
              </a:rPr>
              <a:t>    # block of code</a:t>
            </a:r>
          </a:p>
          <a:p>
            <a:pPr lvl="0"/>
            <a:endParaRPr lang="en-US">
              <a:sym typeface="Consolas"/>
            </a:endParaRPr>
          </a:p>
          <a:p>
            <a:pPr lvl="0"/>
            <a:r>
              <a:rPr lang="en-US"/>
              <a:t>Example:</a:t>
            </a:r>
          </a:p>
          <a:p>
            <a:pPr lvl="0"/>
            <a:r>
              <a:rPr lang="en-US">
                <a:sym typeface="Consolas"/>
              </a:rPr>
              <a:t>count = 0</a:t>
            </a:r>
          </a:p>
          <a:p>
            <a:pPr lvl="0"/>
            <a:r>
              <a:rPr lang="en-US">
                <a:sym typeface="Consolas"/>
              </a:rPr>
              <a:t>while count &lt; 5:</a:t>
            </a:r>
          </a:p>
          <a:p>
            <a:pPr lvl="0"/>
            <a:r>
              <a:rPr lang="en-US">
                <a:sym typeface="Consolas"/>
              </a:rPr>
              <a:t>    print(count)</a:t>
            </a:r>
          </a:p>
          <a:p>
            <a:pPr lvl="0"/>
            <a:r>
              <a:rPr lang="en-US">
                <a:sym typeface="Consolas"/>
              </a:rPr>
              <a:t>    count += 1</a:t>
            </a:r>
          </a:p>
          <a:p>
            <a:pPr lvl="0"/>
            <a:endParaRPr lang="en-US">
              <a:sym typeface="Consolas"/>
            </a:endParaRPr>
          </a:p>
          <a:p>
            <a:pPr lvl="0"/>
            <a:endParaRPr lang="en-US">
              <a:sym typeface="Consola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52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891778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/>
              <a:t>LOOP CONTROL STATEMENTS</a:t>
            </a:r>
          </a:p>
        </p:txBody>
      </p:sp>
      <p:sp>
        <p:nvSpPr>
          <p:cNvPr id="454" name="Google Shape;454;p52"/>
          <p:cNvSpPr txBox="1">
            <a:spLocks noGrp="1"/>
          </p:cNvSpPr>
          <p:nvPr>
            <p:ph type="body" idx="1"/>
          </p:nvPr>
        </p:nvSpPr>
        <p:spPr>
          <a:xfrm>
            <a:off x="411480" y="1611630"/>
            <a:ext cx="5096351" cy="3017520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>
                <a:sym typeface="Consolas"/>
              </a:rPr>
              <a:t>break</a:t>
            </a:r>
          </a:p>
          <a:p>
            <a:pPr lvl="1"/>
            <a:r>
              <a:rPr lang="en-US"/>
              <a:t>terminates the current loop immediately, execution resumes at the statement following the loop</a:t>
            </a:r>
          </a:p>
          <a:p>
            <a:pPr lvl="0"/>
            <a:r>
              <a:rPr lang="en-US">
                <a:sym typeface="Consolas"/>
              </a:rPr>
              <a:t>continue</a:t>
            </a:r>
          </a:p>
          <a:p>
            <a:pPr lvl="1"/>
            <a:r>
              <a:rPr lang="en-US"/>
              <a:t>skips the rest of the current iteration of the loop and proceeds to the next iteration</a:t>
            </a:r>
          </a:p>
          <a:p>
            <a:pPr lvl="0"/>
            <a:r>
              <a:rPr lang="en-US">
                <a:sym typeface="Consolas"/>
              </a:rPr>
              <a:t>pass</a:t>
            </a:r>
          </a:p>
          <a:p>
            <a:pPr lvl="1"/>
            <a:r>
              <a:rPr lang="en-US"/>
              <a:t>null operation, used as a placeholder in loops or other code blocks where a statement is syntactically required but there is nothing to execute</a:t>
            </a:r>
          </a:p>
          <a:p>
            <a:pPr lvl="0"/>
            <a:endParaRPr lang="en-US"/>
          </a:p>
          <a:p>
            <a:pPr lvl="0"/>
            <a:endParaRPr lang="en-US">
              <a:sym typeface="Consola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53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891778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/>
              <a:t>NESTED LOOPS</a:t>
            </a:r>
          </a:p>
        </p:txBody>
      </p:sp>
      <p:sp>
        <p:nvSpPr>
          <p:cNvPr id="460" name="Google Shape;460;p53"/>
          <p:cNvSpPr txBox="1">
            <a:spLocks noGrp="1"/>
          </p:cNvSpPr>
          <p:nvPr>
            <p:ph type="body" idx="1"/>
          </p:nvPr>
        </p:nvSpPr>
        <p:spPr>
          <a:xfrm>
            <a:off x="411480" y="1611630"/>
            <a:ext cx="5096351" cy="3017520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/>
              <a:t>Python allows loops inside other loops, called nested loops</a:t>
            </a:r>
          </a:p>
          <a:p>
            <a:pPr lvl="0"/>
            <a:r>
              <a:rPr lang="en-US"/>
              <a:t>The inner loop executes completely for each iteration of the outer loop</a:t>
            </a:r>
          </a:p>
          <a:p>
            <a:pPr lvl="0"/>
            <a:r>
              <a:rPr lang="en-US"/>
              <a:t>Example:</a:t>
            </a:r>
          </a:p>
          <a:p>
            <a:pPr lvl="0"/>
            <a:r>
              <a:rPr lang="en-US">
                <a:sym typeface="Consolas"/>
              </a:rPr>
              <a:t>for i in range(3):</a:t>
            </a:r>
          </a:p>
          <a:p>
            <a:pPr lvl="0"/>
            <a:r>
              <a:rPr lang="en-US">
                <a:sym typeface="Consolas"/>
              </a:rPr>
              <a:t>    for j in range(2):</a:t>
            </a:r>
          </a:p>
          <a:p>
            <a:pPr lvl="0"/>
            <a:r>
              <a:rPr lang="en-US">
                <a:sym typeface="Consolas"/>
              </a:rPr>
              <a:t>        print(i, j)</a:t>
            </a:r>
          </a:p>
          <a:p>
            <a:pPr lvl="0"/>
            <a:endParaRPr lang="en-US">
              <a:sym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54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891778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/>
              <a:t>EXERCISE - LOOPS</a:t>
            </a:r>
          </a:p>
        </p:txBody>
      </p:sp>
      <p:sp>
        <p:nvSpPr>
          <p:cNvPr id="466" name="Google Shape;466;p54"/>
          <p:cNvSpPr txBox="1">
            <a:spLocks noGrp="1"/>
          </p:cNvSpPr>
          <p:nvPr>
            <p:ph type="body" idx="1"/>
          </p:nvPr>
        </p:nvSpPr>
        <p:spPr>
          <a:xfrm>
            <a:off x="411480" y="1611630"/>
            <a:ext cx="5096351" cy="3017520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lvl="0"/>
            <a:r>
              <a:rPr lang="en-US"/>
              <a:t>10 minutes</a:t>
            </a:r>
          </a:p>
          <a:p>
            <a:pPr lvl="0"/>
            <a:endParaRPr lang="en-US"/>
          </a:p>
          <a:p>
            <a:pPr lvl="0"/>
            <a:r>
              <a:rPr lang="en-US"/>
              <a:t>Write a program that prints the following output using loops. Do not just write print() statements multiple times.</a:t>
            </a:r>
          </a:p>
          <a:p>
            <a:pPr lvl="0"/>
            <a:endParaRPr lang="en-US"/>
          </a:p>
          <a:p>
            <a:pPr lvl="0"/>
            <a:r>
              <a:rPr lang="en-US"/>
              <a:t>Output:</a:t>
            </a:r>
          </a:p>
          <a:p>
            <a:pPr lvl="0"/>
            <a:r>
              <a:rPr lang="en-US">
                <a:sym typeface="Consolas"/>
              </a:rPr>
              <a:t>   1 2 3</a:t>
            </a:r>
          </a:p>
          <a:p>
            <a:pPr lvl="0"/>
            <a:r>
              <a:rPr lang="en-US">
                <a:sym typeface="Consolas"/>
              </a:rPr>
              <a:t>   1 2 3</a:t>
            </a:r>
          </a:p>
          <a:p>
            <a:pPr lvl="0"/>
            <a:r>
              <a:rPr lang="en-US">
                <a:sym typeface="Consolas"/>
              </a:rPr>
              <a:t>   1 2 3</a:t>
            </a:r>
          </a:p>
          <a:p>
            <a:pPr lvl="0"/>
            <a:endParaRPr lang="en-US"/>
          </a:p>
          <a:p>
            <a:pPr lvl="0"/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55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891778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/>
              <a:t>PYTHON ERRORS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7E1484-2479-D5C8-C114-A85D1147D8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72" name="Google Shape;472;p55"/>
          <p:cNvSpPr txBox="1"/>
          <p:nvPr/>
        </p:nvSpPr>
        <p:spPr>
          <a:xfrm>
            <a:off x="616150" y="1580550"/>
            <a:ext cx="7647000" cy="32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lang="en"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Errors are issues in a program that prevent it from running as expected</a:t>
            </a: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lang="en"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They help programmers find and fix mistakes</a:t>
            </a: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lang="en"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Why learn errors?</a:t>
            </a: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</a:pPr>
            <a:r>
              <a:rPr lang="en"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Errors help you debug</a:t>
            </a: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</a:pPr>
            <a:r>
              <a:rPr lang="en"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Knowing common errors makes writing and fixing code faster</a:t>
            </a: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</a:pPr>
            <a:r>
              <a:rPr lang="en"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Good programs handle errors gracefully</a:t>
            </a: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56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891778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/>
              <a:t>EXERCISE - PYTHON ERRORS</a:t>
            </a:r>
          </a:p>
        </p:txBody>
      </p:sp>
      <p:sp>
        <p:nvSpPr>
          <p:cNvPr id="478" name="Google Shape;478;p56"/>
          <p:cNvSpPr txBox="1">
            <a:spLocks noGrp="1"/>
          </p:cNvSpPr>
          <p:nvPr>
            <p:ph type="body" idx="1"/>
          </p:nvPr>
        </p:nvSpPr>
        <p:spPr>
          <a:xfrm>
            <a:off x="411480" y="1611630"/>
            <a:ext cx="5096351" cy="3017520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lvl="0"/>
            <a:r>
              <a:rPr lang="en-US"/>
              <a:t>5 minutes</a:t>
            </a:r>
          </a:p>
          <a:p>
            <a:pPr lvl="0"/>
            <a:endParaRPr lang="en-US"/>
          </a:p>
          <a:p>
            <a:pPr lvl="0"/>
            <a:r>
              <a:rPr lang="en-US"/>
              <a:t>Groups of 2-3</a:t>
            </a:r>
          </a:p>
          <a:p>
            <a:pPr lvl="0"/>
            <a:r>
              <a:rPr lang="en-US"/>
              <a:t>Research each python error and demonstrate an example case of when this error will be raised</a:t>
            </a:r>
          </a:p>
          <a:p>
            <a:pPr lvl="0"/>
            <a:r>
              <a:rPr lang="en-US"/>
              <a:t>SyntaxError</a:t>
            </a:r>
          </a:p>
          <a:p>
            <a:pPr lvl="0"/>
            <a:r>
              <a:rPr lang="en-US"/>
              <a:t>IndentationError</a:t>
            </a:r>
          </a:p>
          <a:p>
            <a:pPr lvl="0"/>
            <a:r>
              <a:rPr lang="en-US"/>
              <a:t>TypeError </a:t>
            </a:r>
          </a:p>
          <a:p>
            <a:pPr lvl="0"/>
            <a:r>
              <a:rPr lang="en-US"/>
              <a:t>ValueError</a:t>
            </a:r>
          </a:p>
          <a:p>
            <a:pPr lvl="0"/>
            <a:r>
              <a:rPr lang="en-US"/>
              <a:t>ZeroDivisionError</a:t>
            </a:r>
          </a:p>
          <a:p>
            <a:pPr lvl="0"/>
            <a:r>
              <a:rPr lang="en-US"/>
              <a:t>IndexError</a:t>
            </a:r>
          </a:p>
          <a:p>
            <a:pPr lvl="0"/>
            <a:r>
              <a:rPr lang="en-US"/>
              <a:t>KeyError</a:t>
            </a:r>
          </a:p>
          <a:p>
            <a:pPr lvl="0"/>
            <a:r>
              <a:rPr lang="en-US"/>
              <a:t>AttributeError</a:t>
            </a:r>
          </a:p>
          <a:p>
            <a:pPr lvl="0"/>
            <a:r>
              <a:rPr lang="en-US"/>
              <a:t>FileNotFoundError</a:t>
            </a:r>
          </a:p>
          <a:p>
            <a:pPr lvl="0"/>
            <a:r>
              <a:rPr lang="en-US"/>
              <a:t>ImportError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3" name="Google Shape;483;p57"/>
          <p:cNvGraphicFramePr/>
          <p:nvPr/>
        </p:nvGraphicFramePr>
        <p:xfrm>
          <a:off x="107150" y="712766"/>
          <a:ext cx="8991600" cy="3870630"/>
        </p:xfrm>
        <a:graphic>
          <a:graphicData uri="http://schemas.openxmlformats.org/drawingml/2006/table">
            <a:tbl>
              <a:tblPr>
                <a:noFill/>
                <a:tableStyleId>{5B9063A8-BC75-44AB-A561-BE0A82F3F6A3}</a:tableStyleId>
              </a:tblPr>
              <a:tblGrid>
                <a:gridCol w="2550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9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83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onsolas"/>
                        <a:buNone/>
                      </a:pPr>
                      <a:r>
                        <a:rPr lang="en" sz="1200" b="1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Type</a:t>
                      </a:r>
                      <a:endParaRPr sz="1200" b="1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onsolas"/>
                        <a:buNone/>
                      </a:pPr>
                      <a:r>
                        <a:rPr lang="en" sz="1200" b="1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When it Happens</a:t>
                      </a:r>
                      <a:endParaRPr sz="1200" b="1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Consolas"/>
                        <a:buNone/>
                      </a:pPr>
                      <a:r>
                        <a:rPr lang="en" sz="1200" b="1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Example</a:t>
                      </a:r>
                      <a:endParaRPr sz="1200" b="1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8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b="1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SyntaxError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 violates Python’s rules</a:t>
                      </a:r>
                      <a:endParaRPr sz="1100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Missing colon :</a:t>
                      </a:r>
                      <a:endParaRPr sz="1100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8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b="1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IndentationError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 has wrong indentation</a:t>
                      </a:r>
                      <a:endParaRPr sz="1100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Misaligned blocks</a:t>
                      </a:r>
                      <a:endParaRPr sz="1100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8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b="1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TypeError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Wrong type used in operation</a:t>
                      </a:r>
                      <a:endParaRPr sz="1100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Add int to str</a:t>
                      </a:r>
                      <a:endParaRPr sz="1100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8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b="1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ValueError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Right type, wrong value</a:t>
                      </a:r>
                      <a:endParaRPr sz="1100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int("abc")</a:t>
                      </a:r>
                      <a:endParaRPr sz="1100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8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b="1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ZeroDivisionError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Dividing by zero</a:t>
                      </a:r>
                      <a:endParaRPr sz="1100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 / 0</a:t>
                      </a:r>
                      <a:endParaRPr sz="1100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8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b="1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IndexError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Index out of range in a sequence</a:t>
                      </a:r>
                      <a:endParaRPr sz="1100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list[5] with 3 items</a:t>
                      </a:r>
                      <a:endParaRPr sz="1100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8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b="1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KeyError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Missing key in a dictionary</a:t>
                      </a:r>
                      <a:endParaRPr sz="1100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dict["missing"]</a:t>
                      </a:r>
                      <a:endParaRPr sz="1100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8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b="1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AttributeError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Attribute doesn’t exist</a:t>
                      </a:r>
                      <a:endParaRPr sz="1100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int.append()</a:t>
                      </a:r>
                      <a:endParaRPr sz="1100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8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b="1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FileNotFoundError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File does not exist</a:t>
                      </a:r>
                      <a:endParaRPr sz="1100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Open missing file</a:t>
                      </a:r>
                      <a:endParaRPr sz="1100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8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b="1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ImportError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Cannot import a module</a:t>
                      </a:r>
                      <a:endParaRPr sz="1100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Consolas"/>
                        <a:buNone/>
                      </a:pPr>
                      <a:r>
                        <a:rPr lang="en" sz="1100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Wrong module name</a:t>
                      </a:r>
                      <a:endParaRPr sz="1100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927E4AC0-01EA-B511-D859-5692044DD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6B3114-E828-3C64-0B4A-5DA874EBE9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58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891778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/>
              <a:t>ERROR HANDLING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236906-DDF6-4444-8642-3AB19FD9C9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89" name="Google Shape;489;p58"/>
          <p:cNvSpPr txBox="1"/>
          <p:nvPr/>
        </p:nvSpPr>
        <p:spPr>
          <a:xfrm>
            <a:off x="606210" y="1570610"/>
            <a:ext cx="7647000" cy="32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</a:pPr>
            <a:r>
              <a:rPr lang="en"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Why Handle Errors?</a:t>
            </a: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</a:pPr>
            <a:r>
              <a:rPr lang="en"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Prevent your program from crashing</a:t>
            </a: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</a:pPr>
            <a:r>
              <a:rPr lang="en"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Provide helpful messages to users</a:t>
            </a: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</a:pPr>
            <a:r>
              <a:rPr lang="en"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Let your code recover from unexpected situations</a:t>
            </a: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59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891778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/>
              <a:t>TRY - EXCEPT</a:t>
            </a:r>
          </a:p>
        </p:txBody>
      </p:sp>
      <p:sp>
        <p:nvSpPr>
          <p:cNvPr id="495" name="Google Shape;495;p59"/>
          <p:cNvSpPr txBox="1">
            <a:spLocks noGrp="1"/>
          </p:cNvSpPr>
          <p:nvPr>
            <p:ph type="body" idx="1"/>
          </p:nvPr>
        </p:nvSpPr>
        <p:spPr>
          <a:xfrm>
            <a:off x="411480" y="1611630"/>
            <a:ext cx="5096351" cy="3017520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/>
              <a:t>Tries a block a code and if an error is raised, can handle that error neatly</a:t>
            </a:r>
          </a:p>
          <a:p>
            <a:pPr lvl="0"/>
            <a:r>
              <a:rPr lang="en-US"/>
              <a:t>Example:</a:t>
            </a:r>
          </a:p>
          <a:p>
            <a:pPr lvl="0"/>
            <a:endParaRPr lang="en-US">
              <a:sym typeface="Consolas"/>
            </a:endParaRPr>
          </a:p>
          <a:p>
            <a:pPr lvl="0"/>
            <a:r>
              <a:rPr lang="en-US">
                <a:sym typeface="Consolas"/>
              </a:rPr>
              <a:t>try:</a:t>
            </a:r>
          </a:p>
          <a:p>
            <a:pPr lvl="0"/>
            <a:r>
              <a:rPr lang="en-US">
                <a:sym typeface="Consolas"/>
              </a:rPr>
              <a:t>     # code that might cause an error</a:t>
            </a:r>
          </a:p>
          <a:p>
            <a:pPr lvl="0"/>
            <a:r>
              <a:rPr lang="en-US">
                <a:sym typeface="Consolas"/>
              </a:rPr>
              <a:t>     number = int("abc")</a:t>
            </a:r>
            <a:endParaRPr lang="en-US"/>
          </a:p>
          <a:p>
            <a:pPr lvl="0"/>
            <a:r>
              <a:rPr lang="en-US">
                <a:sym typeface="Consolas"/>
              </a:rPr>
              <a:t> except ValueError:</a:t>
            </a:r>
          </a:p>
          <a:p>
            <a:pPr lvl="0"/>
            <a:r>
              <a:rPr lang="en-US">
                <a:sym typeface="Consolas"/>
              </a:rPr>
              <a:t>     print("Oops! That wasn't a number.")</a:t>
            </a:r>
          </a:p>
          <a:p>
            <a:pPr lvl="0"/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60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891778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/>
              <a:t>TRY - EXCEPT CONTINUED</a:t>
            </a:r>
          </a:p>
        </p:txBody>
      </p:sp>
      <p:sp>
        <p:nvSpPr>
          <p:cNvPr id="501" name="Google Shape;501;p60"/>
          <p:cNvSpPr txBox="1">
            <a:spLocks noGrp="1"/>
          </p:cNvSpPr>
          <p:nvPr>
            <p:ph type="body" idx="1"/>
          </p:nvPr>
        </p:nvSpPr>
        <p:spPr>
          <a:xfrm>
            <a:off x="411480" y="1611630"/>
            <a:ext cx="5096351" cy="3017520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lvl="0"/>
            <a:r>
              <a:rPr lang="en-US"/>
              <a:t>Optional</a:t>
            </a:r>
          </a:p>
          <a:p>
            <a:pPr lvl="1"/>
            <a:r>
              <a:rPr lang="en-US">
                <a:sym typeface="Consolas"/>
              </a:rPr>
              <a:t>else</a:t>
            </a:r>
            <a:r>
              <a:rPr lang="en-US"/>
              <a:t>: Runs if no error occurs</a:t>
            </a:r>
          </a:p>
          <a:p>
            <a:pPr lvl="1"/>
            <a:r>
              <a:rPr lang="en-US">
                <a:sym typeface="Consolas"/>
              </a:rPr>
              <a:t>finally</a:t>
            </a:r>
            <a:r>
              <a:rPr lang="en-US"/>
              <a:t>: always runs</a:t>
            </a:r>
          </a:p>
          <a:p>
            <a:pPr lvl="1"/>
            <a:endParaRPr lang="en-US"/>
          </a:p>
          <a:p>
            <a:pPr lvl="0"/>
            <a:r>
              <a:rPr lang="en-US"/>
              <a:t>Example</a:t>
            </a:r>
          </a:p>
          <a:p>
            <a:pPr lvl="0"/>
            <a:r>
              <a:rPr lang="en-US">
                <a:sym typeface="Consolas"/>
              </a:rPr>
              <a:t>try:</a:t>
            </a:r>
          </a:p>
          <a:p>
            <a:pPr lvl="0"/>
            <a:r>
              <a:rPr lang="en-US">
                <a:sym typeface="Consolas"/>
              </a:rPr>
              <a:t>    result = 10 / 2</a:t>
            </a:r>
          </a:p>
          <a:p>
            <a:pPr lvl="0"/>
            <a:r>
              <a:rPr lang="en-US">
                <a:sym typeface="Consolas"/>
              </a:rPr>
              <a:t>except ZeroDivisionError:</a:t>
            </a:r>
          </a:p>
          <a:p>
            <a:pPr lvl="0"/>
            <a:r>
              <a:rPr lang="en-US">
                <a:sym typeface="Consolas"/>
              </a:rPr>
              <a:t>    print("Cannot divide by zero.")</a:t>
            </a:r>
          </a:p>
          <a:p>
            <a:pPr lvl="0"/>
            <a:r>
              <a:rPr lang="en-US">
                <a:sym typeface="Consolas"/>
              </a:rPr>
              <a:t>else:</a:t>
            </a:r>
          </a:p>
          <a:p>
            <a:pPr lvl="0"/>
            <a:r>
              <a:rPr lang="en-US">
                <a:sym typeface="Consolas"/>
              </a:rPr>
              <a:t>    print("Division successful.")</a:t>
            </a:r>
          </a:p>
          <a:p>
            <a:pPr lvl="0"/>
            <a:r>
              <a:rPr lang="en-US">
                <a:sym typeface="Consolas"/>
              </a:rPr>
              <a:t>finally:</a:t>
            </a:r>
          </a:p>
          <a:p>
            <a:pPr lvl="0"/>
            <a:r>
              <a:rPr lang="en-US">
                <a:sym typeface="Consolas"/>
              </a:rPr>
              <a:t>    print("Done.")</a:t>
            </a:r>
          </a:p>
          <a:p>
            <a:pPr lvl="0"/>
            <a:endParaRPr lang="en-US">
              <a:sym typeface="Consolas"/>
            </a:endParaRPr>
          </a:p>
          <a:p>
            <a:pPr lvl="0"/>
            <a:endParaRPr lang="en-US"/>
          </a:p>
          <a:p>
            <a:pPr lvl="0"/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61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891778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/>
              <a:t>RAISE</a:t>
            </a:r>
          </a:p>
        </p:txBody>
      </p:sp>
      <p:sp>
        <p:nvSpPr>
          <p:cNvPr id="507" name="Google Shape;507;p61"/>
          <p:cNvSpPr txBox="1">
            <a:spLocks noGrp="1"/>
          </p:cNvSpPr>
          <p:nvPr>
            <p:ph type="body" idx="1"/>
          </p:nvPr>
        </p:nvSpPr>
        <p:spPr>
          <a:xfrm>
            <a:off x="411480" y="1611630"/>
            <a:ext cx="5096351" cy="3017520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lvl="0"/>
            <a:r>
              <a:rPr lang="en-US"/>
              <a:t>“raise” is used to intentionally trigger an error</a:t>
            </a:r>
          </a:p>
          <a:p>
            <a:pPr lvl="0"/>
            <a:r>
              <a:rPr lang="en-US"/>
              <a:t>Helps enforce rules and catch problems early</a:t>
            </a:r>
          </a:p>
          <a:p>
            <a:pPr lvl="0"/>
            <a:r>
              <a:rPr lang="en-US"/>
              <a:t>Make your code more predictable and safe</a:t>
            </a:r>
          </a:p>
          <a:p>
            <a:pPr lvl="0"/>
            <a:r>
              <a:rPr lang="en-US"/>
              <a:t>Useful for custom error messages or defining your own exceptions</a:t>
            </a:r>
          </a:p>
          <a:p>
            <a:pPr lvl="0"/>
            <a:endParaRPr lang="en-US"/>
          </a:p>
          <a:p>
            <a:pPr lvl="0"/>
            <a:r>
              <a:rPr lang="en-US"/>
              <a:t>Syntax</a:t>
            </a:r>
          </a:p>
          <a:p>
            <a:pPr lvl="0"/>
            <a:endParaRPr lang="en-US">
              <a:sym typeface="Consolas"/>
            </a:endParaRPr>
          </a:p>
          <a:p>
            <a:pPr lvl="0"/>
            <a:r>
              <a:rPr lang="en-US">
                <a:sym typeface="Consolas"/>
              </a:rPr>
              <a:t>if age &lt; 0:</a:t>
            </a:r>
          </a:p>
          <a:p>
            <a:pPr lvl="0"/>
            <a:r>
              <a:rPr lang="en-US">
                <a:sym typeface="Consolas"/>
              </a:rPr>
              <a:t>raise ValueError("Age cannot be negative.")</a:t>
            </a:r>
          </a:p>
          <a:p>
            <a:pPr lvl="0"/>
            <a:endParaRPr lang="en-US">
              <a:sym typeface="Consolas"/>
            </a:endParaRPr>
          </a:p>
          <a:p>
            <a:pPr lvl="0"/>
            <a:r>
              <a:rPr lang="en-US"/>
              <a:t>Built-in Exceptions</a:t>
            </a:r>
          </a:p>
          <a:p>
            <a:pPr lvl="0"/>
            <a:r>
              <a:rPr lang="en-US">
                <a:sym typeface="Consolas"/>
              </a:rPr>
              <a:t>raise TypeError("This function only accepts strings.")</a:t>
            </a:r>
          </a:p>
          <a:p>
            <a:pPr lvl="0"/>
            <a:r>
              <a:rPr lang="en-US">
                <a:sym typeface="Consolas"/>
              </a:rPr>
              <a:t>raise ZeroDivisionError("Cannot divide by zero.")</a:t>
            </a:r>
          </a:p>
          <a:p>
            <a:pPr lvl="0"/>
            <a:endParaRPr lang="en-US">
              <a:sym typeface="Consolas"/>
            </a:endParaRPr>
          </a:p>
          <a:p>
            <a:pPr lvl="0"/>
            <a:endParaRPr lang="en-US"/>
          </a:p>
          <a:p>
            <a:pPr lvl="0"/>
            <a:r>
              <a:rPr lang="en-US"/>
              <a:t>Raised errors can be caught and handled with try / except</a:t>
            </a:r>
          </a:p>
          <a:p>
            <a:pPr lvl="0"/>
            <a:r>
              <a:rPr lang="en-US"/>
              <a:t>If not caught, they will be passed to the output and stop the program</a:t>
            </a:r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62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891778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/>
              <a:t>FINAL CODING EXERCISE</a:t>
            </a:r>
          </a:p>
        </p:txBody>
      </p:sp>
      <p:sp>
        <p:nvSpPr>
          <p:cNvPr id="513" name="Google Shape;513;p62"/>
          <p:cNvSpPr txBox="1">
            <a:spLocks noGrp="1"/>
          </p:cNvSpPr>
          <p:nvPr>
            <p:ph type="body" idx="1"/>
          </p:nvPr>
        </p:nvSpPr>
        <p:spPr>
          <a:xfrm>
            <a:off x="411480" y="1611630"/>
            <a:ext cx="5096351" cy="3017520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lvl="0"/>
            <a:r>
              <a:rPr lang="en-US"/>
              <a:t>20 min </a:t>
            </a:r>
          </a:p>
          <a:p>
            <a:pPr lvl="0"/>
            <a:endParaRPr lang="en-US"/>
          </a:p>
          <a:p>
            <a:pPr lvl="0"/>
            <a:r>
              <a:rPr lang="en-US"/>
              <a:t>Write a block of code that takes in user input until they guess the random number</a:t>
            </a:r>
          </a:p>
          <a:p>
            <a:pPr lvl="0"/>
            <a:r>
              <a:rPr lang="en-US"/>
              <a:t>Prompt the user to help them with their guess</a:t>
            </a:r>
          </a:p>
          <a:p>
            <a:pPr lvl="0"/>
            <a:r>
              <a:rPr lang="en-US"/>
              <a:t>Handle the following situations</a:t>
            </a:r>
          </a:p>
          <a:p>
            <a:pPr lvl="0"/>
            <a:r>
              <a:rPr lang="en-US"/>
              <a:t>User does not input the right python data type</a:t>
            </a:r>
          </a:p>
          <a:p>
            <a:pPr lvl="0"/>
            <a:r>
              <a:rPr lang="en-US"/>
              <a:t>User inputs a negative number</a:t>
            </a:r>
          </a:p>
          <a:p>
            <a:pPr lvl="0"/>
            <a:r>
              <a:rPr lang="en-US"/>
              <a:t>User inputs a number outside the guess range</a:t>
            </a:r>
          </a:p>
          <a:p>
            <a:pPr lvl="0"/>
            <a:r>
              <a:rPr lang="en-US"/>
              <a:t>Hint: use random.randomint() to generate a random number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63"/>
          <p:cNvSpPr txBox="1">
            <a:spLocks noGrp="1"/>
          </p:cNvSpPr>
          <p:nvPr>
            <p:ph type="title"/>
          </p:nvPr>
        </p:nvSpPr>
        <p:spPr>
          <a:xfrm>
            <a:off x="411480" y="308611"/>
            <a:ext cx="6173470" cy="891778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/>
              <a:t>FINAL CODING EXERCISE</a:t>
            </a:r>
          </a:p>
        </p:txBody>
      </p:sp>
      <p:sp>
        <p:nvSpPr>
          <p:cNvPr id="519" name="Google Shape;519;p63"/>
          <p:cNvSpPr txBox="1">
            <a:spLocks noGrp="1"/>
          </p:cNvSpPr>
          <p:nvPr>
            <p:ph type="body" idx="1"/>
          </p:nvPr>
        </p:nvSpPr>
        <p:spPr>
          <a:xfrm>
            <a:off x="411480" y="1611630"/>
            <a:ext cx="5096351" cy="3017520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lvl="0"/>
            <a:r>
              <a:rPr lang="en-US"/>
              <a:t>20 min </a:t>
            </a:r>
          </a:p>
          <a:p>
            <a:pPr lvl="0"/>
            <a:r>
              <a:rPr lang="en-US"/>
              <a:t>Given a list of numbers, write a program that:</a:t>
            </a:r>
          </a:p>
          <a:p>
            <a:pPr lvl="0"/>
            <a:r>
              <a:rPr lang="en-US"/>
              <a:t>Loops through the list</a:t>
            </a:r>
          </a:p>
          <a:p>
            <a:pPr lvl="0"/>
            <a:r>
              <a:rPr lang="en-US"/>
              <a:t>Skips any None values or non-integer types with an error message using try/except</a:t>
            </a:r>
          </a:p>
          <a:p>
            <a:pPr lvl="0"/>
            <a:r>
              <a:rPr lang="en-US"/>
              <a:t>Raises a ValueError if it finds a negative number (stops the program)</a:t>
            </a:r>
          </a:p>
          <a:p>
            <a:pPr lvl="0"/>
            <a:r>
              <a:rPr lang="en-US"/>
              <a:t>Collects all valid positive integers into a new list</a:t>
            </a:r>
          </a:p>
          <a:p>
            <a:pPr lvl="0"/>
            <a:r>
              <a:rPr lang="en-US"/>
              <a:t>Prints the new list and the sum of its numbers</a:t>
            </a:r>
          </a:p>
          <a:p>
            <a:pPr lvl="0"/>
            <a:r>
              <a:rPr lang="en-US"/>
              <a:t>List: </a:t>
            </a:r>
            <a:r>
              <a:rPr lang="en-US">
                <a:sym typeface="Consolas"/>
              </a:rPr>
              <a:t>[10, -5, 20, ‘hello’, 5.2, 15, None, 30]</a:t>
            </a:r>
          </a:p>
          <a:p>
            <a:pPr lvl="0"/>
            <a:r>
              <a:rPr lang="en-US"/>
              <a:t>Once you have a solution, remove -5 from the list and run it again.</a:t>
            </a:r>
          </a:p>
          <a:p>
            <a:pPr lvl="0"/>
            <a:r>
              <a:rPr lang="en-US"/>
              <a:t>Hints:  </a:t>
            </a:r>
          </a:p>
          <a:p>
            <a:pPr lvl="0"/>
            <a:r>
              <a:rPr lang="en-US"/>
              <a:t>Use </a:t>
            </a:r>
            <a:r>
              <a:rPr lang="en-US">
                <a:sym typeface="Consolas"/>
              </a:rPr>
              <a:t>isinstance(item, int) </a:t>
            </a:r>
            <a:r>
              <a:rPr lang="en-US"/>
              <a:t>to check types</a:t>
            </a:r>
          </a:p>
          <a:p>
            <a:pPr lvl="0"/>
            <a:r>
              <a:rPr lang="en-US"/>
              <a:t>Build the valid list as you go</a:t>
            </a:r>
            <a:endParaRPr lang="en-US">
              <a:sym typeface="Consola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S Army 2023 AFC DEVCOM Logo">
  <a:themeElements>
    <a:clrScheme name="US Army Color Palette">
      <a:dk1>
        <a:srgbClr val="000000"/>
      </a:dk1>
      <a:lt1>
        <a:srgbClr val="FFFFFF"/>
      </a:lt1>
      <a:dk2>
        <a:srgbClr val="221F20"/>
      </a:dk2>
      <a:lt2>
        <a:srgbClr val="FFCC01"/>
      </a:lt2>
      <a:accent1>
        <a:srgbClr val="221F20"/>
      </a:accent1>
      <a:accent2>
        <a:srgbClr val="FFCC01"/>
      </a:accent2>
      <a:accent3>
        <a:srgbClr val="727365"/>
      </a:accent3>
      <a:accent4>
        <a:srgbClr val="D5D5D7"/>
      </a:accent4>
      <a:accent5>
        <a:srgbClr val="565557"/>
      </a:accent5>
      <a:accent6>
        <a:srgbClr val="BFB8A6"/>
      </a:accent6>
      <a:hlink>
        <a:srgbClr val="565557"/>
      </a:hlink>
      <a:folHlink>
        <a:srgbClr val="305B6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1746</Words>
  <Application>Microsoft Office PowerPoint</Application>
  <PresentationFormat>On-screen Show (16:9)</PresentationFormat>
  <Paragraphs>299</Paragraphs>
  <Slides>26</Slides>
  <Notes>25</Notes>
  <HiddenSlides>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Courier New</vt:lpstr>
      <vt:lpstr>Arial</vt:lpstr>
      <vt:lpstr>Roboto</vt:lpstr>
      <vt:lpstr>Consolas</vt:lpstr>
      <vt:lpstr>US Army 2023 AFC DEVCOM Logo</vt:lpstr>
      <vt:lpstr>CONDITIONAL STATEMENTS AND LOOPS</vt:lpstr>
      <vt:lpstr>REVIEW: WHAT IS A BOOLEAN?</vt:lpstr>
      <vt:lpstr>Workflow Diagrams</vt:lpstr>
      <vt:lpstr>CONDITIONAL STATEMENTS</vt:lpstr>
      <vt:lpstr>THE "IF" STATEMENT</vt:lpstr>
      <vt:lpstr>THE “ELSE” STATEMENT</vt:lpstr>
      <vt:lpstr>THE “ELIF” STATEMENT</vt:lpstr>
      <vt:lpstr>NESTED CONDITIONAL STATEMENTS </vt:lpstr>
      <vt:lpstr>KEY CONCEPTS </vt:lpstr>
      <vt:lpstr>EXERCISE - CONDITIONAL STATEMENTS</vt:lpstr>
      <vt:lpstr>LOOPS</vt:lpstr>
      <vt:lpstr>RANGE() FUNCTION </vt:lpstr>
      <vt:lpstr>“FOR” LOOP</vt:lpstr>
      <vt:lpstr>“WHILE” LOOP</vt:lpstr>
      <vt:lpstr>LOOP CONTROL STATEMENTS</vt:lpstr>
      <vt:lpstr>NESTED LOOPS</vt:lpstr>
      <vt:lpstr>EXERCISE - LOOPS</vt:lpstr>
      <vt:lpstr>PYTHON ERRORS</vt:lpstr>
      <vt:lpstr>EXERCISE - PYTHON ERRORS</vt:lpstr>
      <vt:lpstr>PowerPoint Presentation</vt:lpstr>
      <vt:lpstr>ERROR HANDLING</vt:lpstr>
      <vt:lpstr>TRY - EXCEPT</vt:lpstr>
      <vt:lpstr>TRY - EXCEPT CONTINUED</vt:lpstr>
      <vt:lpstr>RAISE</vt:lpstr>
      <vt:lpstr>FINAL CODING EXERCISE</vt:lpstr>
      <vt:lpstr>FINAL CODING EXERCISE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Ethan Shafer</cp:lastModifiedBy>
  <cp:revision>9</cp:revision>
  <dcterms:modified xsi:type="dcterms:W3CDTF">2026-05-05T20:45:00Z</dcterms:modified>
</cp:coreProperties>
</file>